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57" r:id="rId3"/>
    <p:sldMasterId id="2147483666" r:id="rId4"/>
    <p:sldMasterId id="2147483675" r:id="rId5"/>
    <p:sldMasterId id="2147483684" r:id="rId6"/>
    <p:sldMasterId id="2147483693" r:id="rId7"/>
    <p:sldMasterId id="2147483702" r:id="rId8"/>
    <p:sldMasterId id="2147483711" r:id="rId9"/>
    <p:sldMasterId id="2147483720" r:id="rId10"/>
    <p:sldMasterId id="2147483729" r:id="rId11"/>
    <p:sldMasterId id="2147483738" r:id="rId12"/>
    <p:sldMasterId id="2147483747" r:id="rId13"/>
    <p:sldMasterId id="2147483756" r:id="rId14"/>
    <p:sldMasterId id="2147483765" r:id="rId15"/>
    <p:sldMasterId id="2147483774" r:id="rId16"/>
    <p:sldMasterId id="2147483783" r:id="rId17"/>
    <p:sldMasterId id="2147483792" r:id="rId18"/>
    <p:sldMasterId id="2147483801" r:id="rId19"/>
    <p:sldMasterId id="2147483810" r:id="rId20"/>
    <p:sldMasterId id="2147483819" r:id="rId21"/>
    <p:sldMasterId id="2147483828" r:id="rId22"/>
    <p:sldMasterId id="2147483837" r:id="rId23"/>
    <p:sldMasterId id="2147483846" r:id="rId24"/>
    <p:sldMasterId id="2147483855" r:id="rId25"/>
    <p:sldMasterId id="2147483864" r:id="rId26"/>
    <p:sldMasterId id="2147483873" r:id="rId27"/>
    <p:sldMasterId id="2147483882" r:id="rId28"/>
    <p:sldMasterId id="2147483891" r:id="rId29"/>
    <p:sldMasterId id="2147483900" r:id="rId30"/>
    <p:sldMasterId id="2147483909" r:id="rId31"/>
    <p:sldMasterId id="2147483918" r:id="rId32"/>
    <p:sldMasterId id="2147483927" r:id="rId33"/>
  </p:sldMasterIdLst>
  <p:notesMasterIdLst>
    <p:notesMasterId r:id="rId76"/>
  </p:notesMasterIdLst>
  <p:handoutMasterIdLst>
    <p:handoutMasterId r:id="rId92"/>
  </p:handoutMasterIdLst>
  <p:sldIdLst>
    <p:sldId id="284" r:id="rId34"/>
    <p:sldId id="473" r:id="rId35"/>
    <p:sldId id="577" r:id="rId36"/>
    <p:sldId id="670" r:id="rId37"/>
    <p:sldId id="677" r:id="rId38"/>
    <p:sldId id="694" r:id="rId39"/>
    <p:sldId id="673" r:id="rId40"/>
    <p:sldId id="674" r:id="rId41"/>
    <p:sldId id="799" r:id="rId42"/>
    <p:sldId id="800" r:id="rId43"/>
    <p:sldId id="801" r:id="rId44"/>
    <p:sldId id="675" r:id="rId45"/>
    <p:sldId id="739" r:id="rId46"/>
    <p:sldId id="740" r:id="rId47"/>
    <p:sldId id="741" r:id="rId48"/>
    <p:sldId id="676" r:id="rId49"/>
    <p:sldId id="678" r:id="rId50"/>
    <p:sldId id="679" r:id="rId51"/>
    <p:sldId id="681" r:id="rId52"/>
    <p:sldId id="686" r:id="rId53"/>
    <p:sldId id="687" r:id="rId54"/>
    <p:sldId id="688" r:id="rId55"/>
    <p:sldId id="689" r:id="rId56"/>
    <p:sldId id="690" r:id="rId57"/>
    <p:sldId id="691" r:id="rId58"/>
    <p:sldId id="692" r:id="rId59"/>
    <p:sldId id="695" r:id="rId60"/>
    <p:sldId id="696" r:id="rId61"/>
    <p:sldId id="697" r:id="rId62"/>
    <p:sldId id="698" r:id="rId63"/>
    <p:sldId id="699" r:id="rId64"/>
    <p:sldId id="700" r:id="rId65"/>
    <p:sldId id="701" r:id="rId66"/>
    <p:sldId id="702" r:id="rId67"/>
    <p:sldId id="703" r:id="rId68"/>
    <p:sldId id="704" r:id="rId69"/>
    <p:sldId id="705" r:id="rId70"/>
    <p:sldId id="706" r:id="rId71"/>
    <p:sldId id="707" r:id="rId72"/>
    <p:sldId id="708" r:id="rId73"/>
    <p:sldId id="709" r:id="rId74"/>
    <p:sldId id="710" r:id="rId75"/>
    <p:sldId id="712" r:id="rId77"/>
    <p:sldId id="713" r:id="rId78"/>
    <p:sldId id="714" r:id="rId79"/>
    <p:sldId id="715" r:id="rId80"/>
    <p:sldId id="716" r:id="rId81"/>
    <p:sldId id="717" r:id="rId82"/>
    <p:sldId id="783" r:id="rId83"/>
    <p:sldId id="791" r:id="rId84"/>
    <p:sldId id="718" r:id="rId85"/>
    <p:sldId id="719" r:id="rId86"/>
    <p:sldId id="720" r:id="rId87"/>
    <p:sldId id="736" r:id="rId88"/>
    <p:sldId id="737" r:id="rId89"/>
    <p:sldId id="738" r:id="rId90"/>
    <p:sldId id="258" r:id="rId9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22" autoAdjust="0"/>
  </p:normalViewPr>
  <p:slideViewPr>
    <p:cSldViewPr snapToGrid="0" snapToObjects="1">
      <p:cViewPr varScale="1">
        <p:scale>
          <a:sx n="59" d="100"/>
          <a:sy n="59" d="100"/>
        </p:scale>
        <p:origin x="1602" y="42"/>
      </p:cViewPr>
      <p:guideLst>
        <p:guide orient="horz" pos="2266"/>
        <p:guide pos="265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6" d="100"/>
          <a:sy n="56" d="100"/>
        </p:scale>
        <p:origin x="-2886" y="-84"/>
      </p:cViewPr>
      <p:guideLst>
        <p:guide orient="horz" pos="3021"/>
        <p:guide pos="19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5" Type="http://schemas.openxmlformats.org/officeDocument/2006/relationships/tableStyles" Target="tableStyles.xml"/><Relationship Id="rId94" Type="http://schemas.openxmlformats.org/officeDocument/2006/relationships/viewProps" Target="viewProps.xml"/><Relationship Id="rId93" Type="http://schemas.openxmlformats.org/officeDocument/2006/relationships/presProps" Target="presProps.xml"/><Relationship Id="rId92" Type="http://schemas.openxmlformats.org/officeDocument/2006/relationships/handoutMaster" Target="handoutMasters/handoutMaster1.xml"/><Relationship Id="rId91" Type="http://schemas.openxmlformats.org/officeDocument/2006/relationships/slide" Target="slides/slide57.xml"/><Relationship Id="rId90" Type="http://schemas.openxmlformats.org/officeDocument/2006/relationships/slide" Target="slides/slide56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55.xml"/><Relationship Id="rId88" Type="http://schemas.openxmlformats.org/officeDocument/2006/relationships/slide" Target="slides/slide54.xml"/><Relationship Id="rId87" Type="http://schemas.openxmlformats.org/officeDocument/2006/relationships/slide" Target="slides/slide53.xml"/><Relationship Id="rId86" Type="http://schemas.openxmlformats.org/officeDocument/2006/relationships/slide" Target="slides/slide52.xml"/><Relationship Id="rId85" Type="http://schemas.openxmlformats.org/officeDocument/2006/relationships/slide" Target="slides/slide51.xml"/><Relationship Id="rId84" Type="http://schemas.openxmlformats.org/officeDocument/2006/relationships/slide" Target="slides/slide50.xml"/><Relationship Id="rId83" Type="http://schemas.openxmlformats.org/officeDocument/2006/relationships/slide" Target="slides/slide49.xml"/><Relationship Id="rId82" Type="http://schemas.openxmlformats.org/officeDocument/2006/relationships/slide" Target="slides/slide48.xml"/><Relationship Id="rId81" Type="http://schemas.openxmlformats.org/officeDocument/2006/relationships/slide" Target="slides/slide47.xml"/><Relationship Id="rId80" Type="http://schemas.openxmlformats.org/officeDocument/2006/relationships/slide" Target="slides/slide46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45.xml"/><Relationship Id="rId78" Type="http://schemas.openxmlformats.org/officeDocument/2006/relationships/slide" Target="slides/slide44.xml"/><Relationship Id="rId77" Type="http://schemas.openxmlformats.org/officeDocument/2006/relationships/slide" Target="slides/slide43.xml"/><Relationship Id="rId76" Type="http://schemas.openxmlformats.org/officeDocument/2006/relationships/notesMaster" Target="notesMasters/notesMaster1.xml"/><Relationship Id="rId75" Type="http://schemas.openxmlformats.org/officeDocument/2006/relationships/slide" Target="slides/slide42.xml"/><Relationship Id="rId74" Type="http://schemas.openxmlformats.org/officeDocument/2006/relationships/slide" Target="slides/slide41.xml"/><Relationship Id="rId73" Type="http://schemas.openxmlformats.org/officeDocument/2006/relationships/slide" Target="slides/slide40.xml"/><Relationship Id="rId72" Type="http://schemas.openxmlformats.org/officeDocument/2006/relationships/slide" Target="slides/slide39.xml"/><Relationship Id="rId71" Type="http://schemas.openxmlformats.org/officeDocument/2006/relationships/slide" Target="slides/slide38.xml"/><Relationship Id="rId70" Type="http://schemas.openxmlformats.org/officeDocument/2006/relationships/slide" Target="slides/slide37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6.xml"/><Relationship Id="rId68" Type="http://schemas.openxmlformats.org/officeDocument/2006/relationships/slide" Target="slides/slide35.xml"/><Relationship Id="rId67" Type="http://schemas.openxmlformats.org/officeDocument/2006/relationships/slide" Target="slides/slide34.xml"/><Relationship Id="rId66" Type="http://schemas.openxmlformats.org/officeDocument/2006/relationships/slide" Target="slides/slide33.xml"/><Relationship Id="rId65" Type="http://schemas.openxmlformats.org/officeDocument/2006/relationships/slide" Target="slides/slide32.xml"/><Relationship Id="rId64" Type="http://schemas.openxmlformats.org/officeDocument/2006/relationships/slide" Target="slides/slide31.xml"/><Relationship Id="rId63" Type="http://schemas.openxmlformats.org/officeDocument/2006/relationships/slide" Target="slides/slide30.xml"/><Relationship Id="rId62" Type="http://schemas.openxmlformats.org/officeDocument/2006/relationships/slide" Target="slides/slide29.xml"/><Relationship Id="rId61" Type="http://schemas.openxmlformats.org/officeDocument/2006/relationships/slide" Target="slides/slide28.xml"/><Relationship Id="rId60" Type="http://schemas.openxmlformats.org/officeDocument/2006/relationships/slide" Target="slides/slide27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6.xml"/><Relationship Id="rId58" Type="http://schemas.openxmlformats.org/officeDocument/2006/relationships/slide" Target="slides/slide25.xml"/><Relationship Id="rId57" Type="http://schemas.openxmlformats.org/officeDocument/2006/relationships/slide" Target="slides/slide24.xml"/><Relationship Id="rId56" Type="http://schemas.openxmlformats.org/officeDocument/2006/relationships/slide" Target="slides/slide23.xml"/><Relationship Id="rId55" Type="http://schemas.openxmlformats.org/officeDocument/2006/relationships/slide" Target="slides/slide22.xml"/><Relationship Id="rId54" Type="http://schemas.openxmlformats.org/officeDocument/2006/relationships/slide" Target="slides/slide21.xml"/><Relationship Id="rId53" Type="http://schemas.openxmlformats.org/officeDocument/2006/relationships/slide" Target="slides/slide20.xml"/><Relationship Id="rId52" Type="http://schemas.openxmlformats.org/officeDocument/2006/relationships/slide" Target="slides/slide19.xml"/><Relationship Id="rId51" Type="http://schemas.openxmlformats.org/officeDocument/2006/relationships/slide" Target="slides/slide18.xml"/><Relationship Id="rId50" Type="http://schemas.openxmlformats.org/officeDocument/2006/relationships/slide" Target="slides/slide17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6.xml"/><Relationship Id="rId48" Type="http://schemas.openxmlformats.org/officeDocument/2006/relationships/slide" Target="slides/slide15.xml"/><Relationship Id="rId47" Type="http://schemas.openxmlformats.org/officeDocument/2006/relationships/slide" Target="slides/slide14.xml"/><Relationship Id="rId46" Type="http://schemas.openxmlformats.org/officeDocument/2006/relationships/slide" Target="slides/slide13.xml"/><Relationship Id="rId45" Type="http://schemas.openxmlformats.org/officeDocument/2006/relationships/slide" Target="slides/slide12.xml"/><Relationship Id="rId44" Type="http://schemas.openxmlformats.org/officeDocument/2006/relationships/slide" Target="slides/slide11.xml"/><Relationship Id="rId43" Type="http://schemas.openxmlformats.org/officeDocument/2006/relationships/slide" Target="slides/slide10.xml"/><Relationship Id="rId42" Type="http://schemas.openxmlformats.org/officeDocument/2006/relationships/slide" Target="slides/slide9.xml"/><Relationship Id="rId41" Type="http://schemas.openxmlformats.org/officeDocument/2006/relationships/slide" Target="slides/slide8.xml"/><Relationship Id="rId40" Type="http://schemas.openxmlformats.org/officeDocument/2006/relationships/slide" Target="slides/slide7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6.xml"/><Relationship Id="rId38" Type="http://schemas.openxmlformats.org/officeDocument/2006/relationships/slide" Target="slides/slide5.xml"/><Relationship Id="rId37" Type="http://schemas.openxmlformats.org/officeDocument/2006/relationships/slide" Target="slides/slide4.xml"/><Relationship Id="rId36" Type="http://schemas.openxmlformats.org/officeDocument/2006/relationships/slide" Target="slides/slide3.xml"/><Relationship Id="rId35" Type="http://schemas.openxmlformats.org/officeDocument/2006/relationships/slide" Target="slides/slide2.xml"/><Relationship Id="rId34" Type="http://schemas.openxmlformats.org/officeDocument/2006/relationships/slide" Target="slides/slide1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B9219-4A66-4B41-AFAD-B4DCC55121D3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99D96-90C2-44B4-8DCF-3216EB4C3627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96F5A-DA36-4202-8F3F-DA89D0431918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BABC4-D3F8-4FEC-A081-17F891AA9F9F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6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3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7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7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8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9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9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0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0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1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2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3" Type="http://schemas.openxmlformats.org/officeDocument/2006/relationships/theme" Target="../theme/theme3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4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33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3" Type="http://schemas.openxmlformats.org/officeDocument/2006/relationships/theme" Target="../theme/theme6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4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3" Type="http://schemas.openxmlformats.org/officeDocument/2006/relationships/theme" Target="../theme/theme7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49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3" Type="http://schemas.openxmlformats.org/officeDocument/2006/relationships/theme" Target="../theme/theme8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57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3" Type="http://schemas.openxmlformats.org/officeDocument/2006/relationships/theme" Target="../theme/theme9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65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3" Type="http://schemas.openxmlformats.org/officeDocument/2006/relationships/theme" Target="../theme/theme10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73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3" Type="http://schemas.openxmlformats.org/officeDocument/2006/relationships/theme" Target="../theme/theme11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8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3" Type="http://schemas.openxmlformats.org/officeDocument/2006/relationships/theme" Target="../theme/theme12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89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8.xml"/><Relationship Id="rId13" Type="http://schemas.openxmlformats.org/officeDocument/2006/relationships/theme" Target="../theme/theme13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97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6.xml"/><Relationship Id="rId13" Type="http://schemas.openxmlformats.org/officeDocument/2006/relationships/theme" Target="../theme/theme14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05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14.xml"/><Relationship Id="rId13" Type="http://schemas.openxmlformats.org/officeDocument/2006/relationships/theme" Target="../theme/theme15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13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22.xml"/><Relationship Id="rId13" Type="http://schemas.openxmlformats.org/officeDocument/2006/relationships/theme" Target="../theme/theme16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21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131.xml"/><Relationship Id="rId2" Type="http://schemas.openxmlformats.org/officeDocument/2006/relationships/slideLayout" Target="../slideLayouts/slideLayout130.xml"/><Relationship Id="rId13" Type="http://schemas.openxmlformats.org/officeDocument/2006/relationships/theme" Target="../theme/theme17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29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9.xml"/><Relationship Id="rId2" Type="http://schemas.openxmlformats.org/officeDocument/2006/relationships/slideLayout" Target="../slideLayouts/slideLayout138.xml"/><Relationship Id="rId13" Type="http://schemas.openxmlformats.org/officeDocument/2006/relationships/theme" Target="../theme/theme18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37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6.xml"/><Relationship Id="rId13" Type="http://schemas.openxmlformats.org/officeDocument/2006/relationships/theme" Target="../theme/theme19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45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54.xml"/><Relationship Id="rId13" Type="http://schemas.openxmlformats.org/officeDocument/2006/relationships/theme" Target="../theme/theme20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53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62.xml"/><Relationship Id="rId13" Type="http://schemas.openxmlformats.org/officeDocument/2006/relationships/theme" Target="../theme/theme21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6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0.xml"/><Relationship Id="rId13" Type="http://schemas.openxmlformats.org/officeDocument/2006/relationships/theme" Target="../theme/theme22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69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3" Type="http://schemas.openxmlformats.org/officeDocument/2006/relationships/theme" Target="../theme/theme23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77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92.xml"/><Relationship Id="rId7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0.xml"/><Relationship Id="rId5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88.xml"/><Relationship Id="rId3" Type="http://schemas.openxmlformats.org/officeDocument/2006/relationships/slideLayout" Target="../slideLayouts/slideLayout187.xml"/><Relationship Id="rId2" Type="http://schemas.openxmlformats.org/officeDocument/2006/relationships/slideLayout" Target="../slideLayouts/slideLayout186.xml"/><Relationship Id="rId13" Type="http://schemas.openxmlformats.org/officeDocument/2006/relationships/theme" Target="../theme/theme24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85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200.xml"/><Relationship Id="rId7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6.xml"/><Relationship Id="rId3" Type="http://schemas.openxmlformats.org/officeDocument/2006/relationships/slideLayout" Target="../slideLayouts/slideLayout195.xml"/><Relationship Id="rId2" Type="http://schemas.openxmlformats.org/officeDocument/2006/relationships/slideLayout" Target="../slideLayouts/slideLayout194.xml"/><Relationship Id="rId13" Type="http://schemas.openxmlformats.org/officeDocument/2006/relationships/theme" Target="../theme/theme25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93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208.xml"/><Relationship Id="rId7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06.xml"/><Relationship Id="rId5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204.xml"/><Relationship Id="rId3" Type="http://schemas.openxmlformats.org/officeDocument/2006/relationships/slideLayout" Target="../slideLayouts/slideLayout203.xml"/><Relationship Id="rId2" Type="http://schemas.openxmlformats.org/officeDocument/2006/relationships/slideLayout" Target="../slideLayouts/slideLayout202.xml"/><Relationship Id="rId13" Type="http://schemas.openxmlformats.org/officeDocument/2006/relationships/theme" Target="../theme/theme26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201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216.xml"/><Relationship Id="rId7" Type="http://schemas.openxmlformats.org/officeDocument/2006/relationships/slideLayout" Target="../slideLayouts/slideLayout215.xml"/><Relationship Id="rId6" Type="http://schemas.openxmlformats.org/officeDocument/2006/relationships/slideLayout" Target="../slideLayouts/slideLayout214.xml"/><Relationship Id="rId5" Type="http://schemas.openxmlformats.org/officeDocument/2006/relationships/slideLayout" Target="../slideLayouts/slideLayout213.xml"/><Relationship Id="rId4" Type="http://schemas.openxmlformats.org/officeDocument/2006/relationships/slideLayout" Target="../slideLayouts/slideLayout212.xml"/><Relationship Id="rId3" Type="http://schemas.openxmlformats.org/officeDocument/2006/relationships/slideLayout" Target="../slideLayouts/slideLayout211.xml"/><Relationship Id="rId2" Type="http://schemas.openxmlformats.org/officeDocument/2006/relationships/slideLayout" Target="../slideLayouts/slideLayout210.xml"/><Relationship Id="rId13" Type="http://schemas.openxmlformats.org/officeDocument/2006/relationships/theme" Target="../theme/theme27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209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224.xml"/><Relationship Id="rId7" Type="http://schemas.openxmlformats.org/officeDocument/2006/relationships/slideLayout" Target="../slideLayouts/slideLayout223.xml"/><Relationship Id="rId6" Type="http://schemas.openxmlformats.org/officeDocument/2006/relationships/slideLayout" Target="../slideLayouts/slideLayout222.xml"/><Relationship Id="rId5" Type="http://schemas.openxmlformats.org/officeDocument/2006/relationships/slideLayout" Target="../slideLayouts/slideLayout221.xml"/><Relationship Id="rId4" Type="http://schemas.openxmlformats.org/officeDocument/2006/relationships/slideLayout" Target="../slideLayouts/slideLayout220.xml"/><Relationship Id="rId3" Type="http://schemas.openxmlformats.org/officeDocument/2006/relationships/slideLayout" Target="../slideLayouts/slideLayout219.xml"/><Relationship Id="rId2" Type="http://schemas.openxmlformats.org/officeDocument/2006/relationships/slideLayout" Target="../slideLayouts/slideLayout218.xml"/><Relationship Id="rId13" Type="http://schemas.openxmlformats.org/officeDocument/2006/relationships/theme" Target="../theme/theme28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217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232.xml"/><Relationship Id="rId7" Type="http://schemas.openxmlformats.org/officeDocument/2006/relationships/slideLayout" Target="../slideLayouts/slideLayout231.xml"/><Relationship Id="rId6" Type="http://schemas.openxmlformats.org/officeDocument/2006/relationships/slideLayout" Target="../slideLayouts/slideLayout230.xml"/><Relationship Id="rId5" Type="http://schemas.openxmlformats.org/officeDocument/2006/relationships/slideLayout" Target="../slideLayouts/slideLayout229.xml"/><Relationship Id="rId4" Type="http://schemas.openxmlformats.org/officeDocument/2006/relationships/slideLayout" Target="../slideLayouts/slideLayout228.xml"/><Relationship Id="rId3" Type="http://schemas.openxmlformats.org/officeDocument/2006/relationships/slideLayout" Target="../slideLayouts/slideLayout227.xml"/><Relationship Id="rId2" Type="http://schemas.openxmlformats.org/officeDocument/2006/relationships/slideLayout" Target="../slideLayouts/slideLayout226.xml"/><Relationship Id="rId13" Type="http://schemas.openxmlformats.org/officeDocument/2006/relationships/theme" Target="../theme/theme29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225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" Type="http://schemas.openxmlformats.org/officeDocument/2006/relationships/slideLayout" Target="../slideLayouts/slideLayout234.xml"/><Relationship Id="rId13" Type="http://schemas.openxmlformats.org/officeDocument/2006/relationships/theme" Target="../theme/theme30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233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248.xml"/><Relationship Id="rId7" Type="http://schemas.openxmlformats.org/officeDocument/2006/relationships/slideLayout" Target="../slideLayouts/slideLayout247.xml"/><Relationship Id="rId6" Type="http://schemas.openxmlformats.org/officeDocument/2006/relationships/slideLayout" Target="../slideLayouts/slideLayout246.xml"/><Relationship Id="rId5" Type="http://schemas.openxmlformats.org/officeDocument/2006/relationships/slideLayout" Target="../slideLayouts/slideLayout245.xml"/><Relationship Id="rId4" Type="http://schemas.openxmlformats.org/officeDocument/2006/relationships/slideLayout" Target="../slideLayouts/slideLayout244.xml"/><Relationship Id="rId3" Type="http://schemas.openxmlformats.org/officeDocument/2006/relationships/slideLayout" Target="../slideLayouts/slideLayout243.xml"/><Relationship Id="rId2" Type="http://schemas.openxmlformats.org/officeDocument/2006/relationships/slideLayout" Target="../slideLayouts/slideLayout242.xml"/><Relationship Id="rId13" Type="http://schemas.openxmlformats.org/officeDocument/2006/relationships/theme" Target="../theme/theme31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24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55.xml"/><Relationship Id="rId6" Type="http://schemas.openxmlformats.org/officeDocument/2006/relationships/slideLayout" Target="../slideLayouts/slideLayout254.xml"/><Relationship Id="rId5" Type="http://schemas.openxmlformats.org/officeDocument/2006/relationships/slideLayout" Target="../slideLayouts/slideLayout253.xml"/><Relationship Id="rId4" Type="http://schemas.openxmlformats.org/officeDocument/2006/relationships/slideLayout" Target="../slideLayouts/slideLayout252.xml"/><Relationship Id="rId3" Type="http://schemas.openxmlformats.org/officeDocument/2006/relationships/slideLayout" Target="../slideLayouts/slideLayout251.xml"/><Relationship Id="rId2" Type="http://schemas.openxmlformats.org/officeDocument/2006/relationships/slideLayout" Target="../slideLayouts/slideLayout250.xml"/><Relationship Id="rId13" Type="http://schemas.openxmlformats.org/officeDocument/2006/relationships/theme" Target="../theme/theme32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2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2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0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8.xml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6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4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2.xml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2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2.xml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8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6.xml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4.xml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4.xml"/><Relationship Id="rId1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4.xml"/><Relationship Id="rId1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4.xml"/><Relationship Id="rId1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2.xml"/><Relationship Id="rId1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0.xml"/><Relationship Id="rId1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8.xml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8.xml"/><Relationship Id="rId1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8.xml"/><Relationship Id="rId1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6.xml"/><Relationship Id="rId1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4.xml"/><Relationship Id="rId1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2.xml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62.xml"/><Relationship Id="rId1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2.xml"/><Relationship Id="rId1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0.xml"/><Relationship Id="rId1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8.xml"/><Relationship Id="rId1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6.xml"/><Relationship Id="rId1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4.xml"/><Relationship Id="rId1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4.xml"/><Relationship Id="rId1" Type="http://schemas.openxmlformats.org/officeDocument/2006/relationships/image" Target="../media/image2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2.xml"/><Relationship Id="rId1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0.xml"/><Relationship Id="rId1" Type="http://schemas.openxmlformats.org/officeDocument/2006/relationships/image" Target="../media/image2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2.xml"/><Relationship Id="rId1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0.xml"/><Relationship Id="rId2" Type="http://schemas.openxmlformats.org/officeDocument/2006/relationships/image" Target="../media/image25.png"/><Relationship Id="rId1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8.xml"/><Relationship Id="rId2" Type="http://schemas.openxmlformats.org/officeDocument/2006/relationships/image" Target="../media/image22.png"/><Relationship Id="rId1" Type="http://schemas.openxmlformats.org/officeDocument/2006/relationships/image" Target="../media/image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6.xml"/><Relationship Id="rId1" Type="http://schemas.openxmlformats.org/officeDocument/2006/relationships/image" Target="../media/image2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6.xml"/><Relationship Id="rId1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4.xml"/><Relationship Id="rId1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1234440" y="1269365"/>
            <a:ext cx="6535420" cy="765175"/>
          </a:xfrm>
        </p:spPr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CDK2AAB4</a:t>
            </a:r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- </a:t>
            </a:r>
            <a:r>
              <a:rPr lang="en-US" dirty="0" smtClean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truktur Data</a:t>
            </a:r>
            <a:br>
              <a:rPr lang="en-US" dirty="0" smtClean="0">
                <a:latin typeface="Arial" panose="02080604020202020204" pitchFamily="34" charset="0"/>
                <a:cs typeface="Arial" panose="02080604020202020204" pitchFamily="34" charset="0"/>
              </a:rPr>
            </a:br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Double Linked List</a:t>
            </a:r>
            <a:endParaRPr lang="en-US" alt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Double</a:t>
            </a:r>
            <a:r>
              <a:rPr 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 Linked List</a:t>
            </a:r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29335" y="2837180"/>
            <a:ext cx="6998335" cy="118364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2009775"/>
            <a:ext cx="8314055" cy="4057015"/>
          </a:xfrm>
        </p:spPr>
        <p:txBody>
          <a:bodyPr/>
          <a:lstStyle/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Linked list dengan dua pointer yang menghubungkan sebuah elemen dengan elemen sebelumnya dan setelahnya.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Double Linked List</a:t>
            </a:r>
            <a:endParaRPr lang="en-US" alt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1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6510" y="4969510"/>
            <a:ext cx="1043305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object 4"/>
          <p:cNvSpPr/>
          <p:nvPr/>
        </p:nvSpPr>
        <p:spPr>
          <a:xfrm>
            <a:off x="610235" y="3338830"/>
            <a:ext cx="7923530" cy="1485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2009775"/>
            <a:ext cx="8314055" cy="4057015"/>
          </a:xfrm>
        </p:spPr>
        <p:txBody>
          <a:bodyPr/>
          <a:lstStyle/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Setiap elemen dibagi menjadi tiga bagian</a:t>
            </a:r>
            <a:endParaRPr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Biasanya memiliki dua pointer kepala.</a:t>
            </a:r>
            <a:endParaRPr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Struktur Elemen Double Linked List</a:t>
            </a:r>
            <a:endParaRPr lang="en-US" alt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570" y="2592070"/>
            <a:ext cx="3324225" cy="838200"/>
          </a:xfrm>
          <a:prstGeom prst="rect">
            <a:avLst/>
          </a:prstGeom>
        </p:spPr>
      </p:pic>
      <p:sp>
        <p:nvSpPr>
          <p:cNvPr id="10" name="object 4"/>
          <p:cNvSpPr/>
          <p:nvPr/>
        </p:nvSpPr>
        <p:spPr>
          <a:xfrm>
            <a:off x="609600" y="4152900"/>
            <a:ext cx="7923530" cy="1485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2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560" y="2300605"/>
            <a:ext cx="1374775" cy="1420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Cara Mengakses Double Linked List</a:t>
            </a:r>
            <a:endParaRPr lang="en-US" alt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Content Placeholder 1"/>
          <p:cNvSpPr>
            <a:spLocks noGrp="1"/>
          </p:cNvSpPr>
          <p:nvPr/>
        </p:nvSpPr>
        <p:spPr>
          <a:xfrm>
            <a:off x="365125" y="3463290"/>
            <a:ext cx="8314055" cy="26308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L.first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mengakses </a:t>
            </a: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pointer First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dari List L yang menyimpan alamat elemen pertama dari List L</a:t>
            </a:r>
            <a:endParaRPr lang="en-US" sz="2000" spc="-1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L.last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mengakses </a:t>
            </a: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pointer </a:t>
            </a:r>
            <a:r>
              <a:rPr lang="en-US" alt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dari List L yang menyimpan alamat elemen </a:t>
            </a:r>
            <a:r>
              <a:rPr lang="en-US" alt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terakhir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dari List L</a:t>
            </a:r>
            <a:endParaRPr lang="en-US" sz="2000" spc="-1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P→info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mengakses </a:t>
            </a: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variabel info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pada elemen yang alamatnya di simpan pada pointer P / ditunjuk oleh pointer P</a:t>
            </a:r>
            <a:endParaRPr lang="en-US" sz="2000" i="1" spc="-1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sp>
        <p:nvSpPr>
          <p:cNvPr id="2" name="object 4"/>
          <p:cNvSpPr/>
          <p:nvPr/>
        </p:nvSpPr>
        <p:spPr>
          <a:xfrm>
            <a:off x="610235" y="1978025"/>
            <a:ext cx="7923530" cy="1485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Cara Mengakses Double Linked List</a:t>
            </a:r>
            <a:endParaRPr lang="en-US" alt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Content Placeholder 1"/>
          <p:cNvSpPr>
            <a:spLocks noGrp="1"/>
          </p:cNvSpPr>
          <p:nvPr/>
        </p:nvSpPr>
        <p:spPr>
          <a:xfrm>
            <a:off x="365125" y="3594100"/>
            <a:ext cx="8314055" cy="26308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P→next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mengakses </a:t>
            </a: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pointer Next</a:t>
            </a:r>
            <a:r>
              <a:rPr lang="en-US" sz="2000" b="1" i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dari elemen yang alamatnya disimpan pada pointer P/ditunjuk oleh pointer P. Isi pointer Next(P) adalah alamat elemen </a:t>
            </a: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selanjutnya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dari elemen yang ditunjuk oleh pointer P</a:t>
            </a:r>
            <a:endParaRPr lang="en-US" sz="2000" spc="-1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P→prev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mengakses </a:t>
            </a:r>
            <a:r>
              <a:rPr 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pointer </a:t>
            </a:r>
            <a:r>
              <a:rPr lang="en-US" alt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Prev</a:t>
            </a:r>
            <a:r>
              <a:rPr lang="en-US" sz="2000" b="1" i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dari elemen yang alamatnya disimpan pada pointer P/ditunjuk oleh pointer P. Isi pointer </a:t>
            </a:r>
            <a:r>
              <a:rPr lang="en-US" alt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Prev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(P) adalah alamat elemen </a:t>
            </a:r>
            <a:r>
              <a:rPr lang="en-US" alt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sebelumnya</a:t>
            </a:r>
            <a:r>
              <a:rPr 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dari elemen yang ditunjuk oleh pointer P</a:t>
            </a:r>
            <a:endParaRPr lang="en-US" sz="2000" i="1" spc="-1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sp>
        <p:nvSpPr>
          <p:cNvPr id="2" name="object 4"/>
          <p:cNvSpPr/>
          <p:nvPr/>
        </p:nvSpPr>
        <p:spPr>
          <a:xfrm>
            <a:off x="610235" y="1978025"/>
            <a:ext cx="7923530" cy="1485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125" y="1978660"/>
            <a:ext cx="8314055" cy="4264660"/>
          </a:xfrm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NIL : Null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Infotype : integer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Address : pointer to elementList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el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ement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List : &lt;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info: 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Infotype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next: Address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prev: Address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Type List : &lt;</a:t>
            </a:r>
            <a:endParaRPr 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First: Address</a:t>
            </a: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,</a:t>
            </a:r>
            <a:endParaRPr lang="en-US" alt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	Last: Address</a:t>
            </a:r>
            <a:endParaRPr lang="en-US" alt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&gt;</a:t>
            </a:r>
            <a:endParaRPr 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L : List</a:t>
            </a:r>
            <a:endParaRPr lang="en-US" alt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 smtClean="0">
                <a:latin typeface="Arial" panose="02080604020202020204" pitchFamily="34" charset="0"/>
                <a:cs typeface="Arial" panose="02080604020202020204" pitchFamily="34" charset="0"/>
              </a:rPr>
              <a:t>Deklarasi Struktur Data - Tipe data dasar</a:t>
            </a:r>
            <a:endParaRPr lang="en-US" altLang="en-US" sz="2400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75920" y="5808345"/>
            <a:ext cx="1169035" cy="38290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/>
        </p:nvSpPr>
        <p:spPr>
          <a:xfrm>
            <a:off x="5118735" y="3442335"/>
            <a:ext cx="2979420" cy="1337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Hanya  melakukan alokasi memori untuk pointer First dan Last</a:t>
            </a:r>
            <a:endParaRPr lang="en-US" altLang="en-US" sz="20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265" y="4933950"/>
            <a:ext cx="1143000" cy="12141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Elbow Connector 8"/>
          <p:cNvCxnSpPr>
            <a:stCxn id="10" idx="3"/>
            <a:endCxn id="12" idx="1"/>
          </p:cNvCxnSpPr>
          <p:nvPr/>
        </p:nvCxnSpPr>
        <p:spPr>
          <a:xfrm flipV="1">
            <a:off x="1544955" y="4110990"/>
            <a:ext cx="3573780" cy="188912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125" y="1978660"/>
            <a:ext cx="8314055" cy="4264660"/>
          </a:xfrm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NIL : Null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Address : pointer to elementList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Ojol : &lt;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driver: string,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rating: float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el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ement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List : &lt;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info: 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Ojol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next: Address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prev: Address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Type List : &lt;First: Address</a:t>
            </a: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, Last: Address</a:t>
            </a: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&gt;</a:t>
            </a:r>
            <a:endParaRPr 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L : List</a:t>
            </a:r>
            <a:endParaRPr lang="en-US" alt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 smtClean="0">
                <a:latin typeface="Arial" panose="02080604020202020204" pitchFamily="34" charset="0"/>
                <a:cs typeface="Arial" panose="02080604020202020204" pitchFamily="34" charset="0"/>
              </a:rPr>
              <a:t>Deklarasi Struktur Data - Tipe data bentukan</a:t>
            </a:r>
            <a:endParaRPr lang="en-US" altLang="en-US" sz="2400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125" y="5808980"/>
            <a:ext cx="1169035" cy="38290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/>
        </p:nvSpPr>
        <p:spPr>
          <a:xfrm>
            <a:off x="5170170" y="2184400"/>
            <a:ext cx="2979420" cy="13804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Hanya  melakukan alokasi memori untuk pointer First dan Last</a:t>
            </a:r>
            <a:endParaRPr lang="en-US" altLang="en-US" sz="20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425" y="4977765"/>
            <a:ext cx="1143000" cy="12141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Elbow Connector 8"/>
          <p:cNvCxnSpPr>
            <a:stCxn id="10" idx="3"/>
            <a:endCxn id="12" idx="2"/>
          </p:cNvCxnSpPr>
          <p:nvPr/>
        </p:nvCxnSpPr>
        <p:spPr>
          <a:xfrm flipV="1">
            <a:off x="1534160" y="3564890"/>
            <a:ext cx="5125720" cy="24358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sz="quarter" idx="14"/>
          </p:nvPr>
        </p:nvGraphicFramePr>
        <p:xfrm>
          <a:off x="365125" y="3423898"/>
          <a:ext cx="531266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1266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Task: Draw the Pointer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Q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= (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P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prev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prev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>
                          <a:sym typeface="Wingdings" panose="05000000000000000000" pitchFamily="2" charset="2"/>
                        </a:rPr>
                        <a:t>= ((( </a:t>
                      </a:r>
                      <a:r>
                        <a:rPr lang="en-US" baseline="0" dirty="0" err="1">
                          <a:sym typeface="Wingdings" panose="05000000000000000000" pitchFamily="2" charset="2"/>
                        </a:rPr>
                        <a:t>L.last</a:t>
                      </a:r>
                      <a:r>
                        <a:rPr lang="en-US" baseline="0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baseline="0" dirty="0" err="1">
                          <a:sym typeface="Wingdings" panose="05000000000000000000" pitchFamily="2" charset="2"/>
                        </a:rPr>
                        <a:t>prev</a:t>
                      </a:r>
                      <a:r>
                        <a:rPr lang="en-US" baseline="0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baseline="0" dirty="0" err="1">
                          <a:sym typeface="Wingdings" panose="05000000000000000000" pitchFamily="2" charset="2"/>
                        </a:rPr>
                        <a:t>prev</a:t>
                      </a:r>
                      <a:r>
                        <a:rPr lang="en-US" baseline="0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baseline="0" dirty="0">
                          <a:sym typeface="Wingdings" panose="05000000000000000000" pitchFamily="2" charset="2"/>
                        </a:rPr>
                        <a:t>next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= </a:t>
                      </a:r>
                      <a:r>
                        <a:rPr lang="en-US" dirty="0"/>
                        <a:t>((( </a:t>
                      </a:r>
                      <a:r>
                        <a:rPr lang="en-US" dirty="0" err="1"/>
                        <a:t>P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prev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next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next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  <a:endParaRPr lang="en-US" dirty="0"/>
          </a:p>
        </p:txBody>
      </p:sp>
      <p:sp>
        <p:nvSpPr>
          <p:cNvPr id="45" name="Title 4"/>
          <p:cNvSpPr>
            <a:spLocks noGrp="1"/>
          </p:cNvSpPr>
          <p:nvPr>
            <p:ph type="title"/>
          </p:nvPr>
        </p:nvSpPr>
        <p:spPr>
          <a:xfrm>
            <a:off x="365125" y="1336417"/>
            <a:ext cx="8326438" cy="641239"/>
          </a:xfrm>
        </p:spPr>
        <p:txBody>
          <a:bodyPr/>
          <a:lstStyle/>
          <a:p>
            <a:r>
              <a:rPr lang="en-US" dirty="0"/>
              <a:t>Exercise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1709214" y="230929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</a:t>
            </a:r>
            <a:endParaRPr lang="en-US" dirty="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1369071" y="2782886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/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50" name="Elbow Connector 15"/>
          <p:cNvCxnSpPr>
            <a:endCxn id="47" idx="1"/>
          </p:cNvCxnSpPr>
          <p:nvPr/>
        </p:nvCxnSpPr>
        <p:spPr>
          <a:xfrm rot="5400000" flipV="1">
            <a:off x="1031875" y="2630170"/>
            <a:ext cx="443865" cy="2311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16"/>
          <p:cNvCxnSpPr>
            <a:endCxn id="56" idx="3"/>
          </p:cNvCxnSpPr>
          <p:nvPr/>
        </p:nvCxnSpPr>
        <p:spPr>
          <a:xfrm rot="5400000">
            <a:off x="8268970" y="2534285"/>
            <a:ext cx="433070" cy="4121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2285492" y="2889383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2437892" y="3041783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2840876" y="2782886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43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5751464" y="2771868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80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7223269" y="2771868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89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/</a:t>
                      </a:r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57" name="Straight Arrow Connector 56"/>
          <p:cNvCxnSpPr/>
          <p:nvPr/>
        </p:nvCxnSpPr>
        <p:spPr>
          <a:xfrm>
            <a:off x="5183892" y="287836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5336292" y="303076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55697" y="287836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6808097" y="303076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985989" y="2341344"/>
          <a:ext cx="29367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670"/>
              </a:tblGrid>
              <a:tr h="34733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4279659" y="2782886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68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63" name="Straight Arrow Connector 62"/>
          <p:cNvCxnSpPr/>
          <p:nvPr/>
        </p:nvCxnSpPr>
        <p:spPr>
          <a:xfrm>
            <a:off x="3712087" y="2889383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>
            <a:off x="3864487" y="3041783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Elbow Connector 26"/>
          <p:cNvCxnSpPr>
            <a:endCxn id="62" idx="0"/>
          </p:cNvCxnSpPr>
          <p:nvPr/>
        </p:nvCxnSpPr>
        <p:spPr>
          <a:xfrm>
            <a:off x="4104142" y="2524226"/>
            <a:ext cx="703833" cy="2586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986722" y="2079924"/>
            <a:ext cx="293670" cy="307777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P</a:t>
            </a:r>
            <a:endParaRPr lang="en-ID" sz="1400" dirty="0"/>
          </a:p>
        </p:txBody>
      </p:sp>
      <p:sp>
        <p:nvSpPr>
          <p:cNvPr id="67" name="TextBox 66"/>
          <p:cNvSpPr txBox="1"/>
          <p:nvPr/>
        </p:nvSpPr>
        <p:spPr>
          <a:xfrm>
            <a:off x="874705" y="2167384"/>
            <a:ext cx="537327" cy="307777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first</a:t>
            </a:r>
            <a:endParaRPr lang="en-ID" sz="1400" dirty="0"/>
          </a:p>
        </p:txBody>
      </p:sp>
      <p:sp>
        <p:nvSpPr>
          <p:cNvPr id="68" name="TextBox 67"/>
          <p:cNvSpPr txBox="1"/>
          <p:nvPr/>
        </p:nvSpPr>
        <p:spPr>
          <a:xfrm>
            <a:off x="8429612" y="2167471"/>
            <a:ext cx="505267" cy="307777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last</a:t>
            </a:r>
            <a:endParaRPr lang="en-ID" sz="14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sz="quarter" idx="14"/>
          </p:nvPr>
        </p:nvGraphicFramePr>
        <p:xfrm>
          <a:off x="365125" y="3423898"/>
          <a:ext cx="8368816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12661"/>
                <a:gridCol w="935665"/>
                <a:gridCol w="212049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</a:t>
                      </a:r>
                      <a:r>
                        <a:rPr lang="en-US" baseline="0" dirty="0"/>
                        <a:t> : How to 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Answer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Access info of the last element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Access info of the second element of the 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Access info of the fourth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element of the 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Copy info of 4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element to 2</a:t>
                      </a:r>
                      <a:r>
                        <a:rPr lang="en-US" baseline="30000" dirty="0"/>
                        <a:t>nd</a:t>
                      </a:r>
                      <a:r>
                        <a:rPr lang="en-US" baseline="0" dirty="0"/>
                        <a:t> element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Make</a:t>
                      </a:r>
                      <a:r>
                        <a:rPr lang="en-US" baseline="0" dirty="0"/>
                        <a:t> P points 4</a:t>
                      </a:r>
                      <a:r>
                        <a:rPr lang="en-US" baseline="30000" dirty="0"/>
                        <a:t>th</a:t>
                      </a:r>
                      <a:r>
                        <a:rPr lang="en-US" baseline="0" dirty="0"/>
                        <a:t> element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  <a:endParaRPr lang="en-US" dirty="0"/>
          </a:p>
        </p:txBody>
      </p:sp>
      <p:sp>
        <p:nvSpPr>
          <p:cNvPr id="77" name="Title 4"/>
          <p:cNvSpPr>
            <a:spLocks noGrp="1"/>
          </p:cNvSpPr>
          <p:nvPr>
            <p:ph type="title"/>
          </p:nvPr>
        </p:nvSpPr>
        <p:spPr>
          <a:xfrm>
            <a:off x="365125" y="1336417"/>
            <a:ext cx="8326438" cy="641239"/>
          </a:xfrm>
        </p:spPr>
        <p:txBody>
          <a:bodyPr/>
          <a:lstStyle/>
          <a:p>
            <a:r>
              <a:rPr lang="en-US" dirty="0"/>
              <a:t>Exercise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1709214" y="230929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dirty="0"/>
              <a:t>L</a:t>
            </a:r>
            <a:endParaRPr lang="en-US" dirty="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1369071" y="2782886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sz="1600" dirty="0"/>
                        <a:t>/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sz="1600" dirty="0"/>
                        <a:t>12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50" name="Elbow Connector 15"/>
          <p:cNvCxnSpPr>
            <a:endCxn id="47" idx="1"/>
          </p:cNvCxnSpPr>
          <p:nvPr/>
        </p:nvCxnSpPr>
        <p:spPr>
          <a:xfrm rot="5400000" flipV="1">
            <a:off x="1031875" y="2630170"/>
            <a:ext cx="443865" cy="2311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16"/>
          <p:cNvCxnSpPr>
            <a:endCxn id="56" idx="3"/>
          </p:cNvCxnSpPr>
          <p:nvPr/>
        </p:nvCxnSpPr>
        <p:spPr>
          <a:xfrm rot="5400000">
            <a:off x="8268970" y="2534285"/>
            <a:ext cx="433070" cy="4121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2285492" y="2889383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2437892" y="3041783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2840876" y="2782886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sz="1600" dirty="0"/>
                        <a:t>43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5751464" y="2771868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sz="1600" dirty="0"/>
                        <a:t>80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7223269" y="2771868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sz="1600" dirty="0"/>
                        <a:t>89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sz="1600" dirty="0"/>
                        <a:t>/</a:t>
                      </a:r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57" name="Straight Arrow Connector 56"/>
          <p:cNvCxnSpPr/>
          <p:nvPr/>
        </p:nvCxnSpPr>
        <p:spPr>
          <a:xfrm>
            <a:off x="5183892" y="287836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5336292" y="303076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55697" y="287836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6808097" y="303076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985989" y="2341344"/>
          <a:ext cx="29367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670"/>
              </a:tblGrid>
              <a:tr h="347335">
                <a:tc>
                  <a:txBody>
                    <a:bodyPr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4279659" y="2782886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sz="1600" dirty="0"/>
                        <a:t>68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63" name="Straight Arrow Connector 62"/>
          <p:cNvCxnSpPr/>
          <p:nvPr/>
        </p:nvCxnSpPr>
        <p:spPr>
          <a:xfrm>
            <a:off x="3712087" y="2889383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>
            <a:off x="3864487" y="3041783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Elbow Connector 26"/>
          <p:cNvCxnSpPr>
            <a:endCxn id="62" idx="0"/>
          </p:cNvCxnSpPr>
          <p:nvPr/>
        </p:nvCxnSpPr>
        <p:spPr>
          <a:xfrm>
            <a:off x="4104142" y="2524226"/>
            <a:ext cx="703833" cy="2586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986722" y="2079924"/>
            <a:ext cx="293670" cy="307777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p>
            <a:r>
              <a:rPr lang="en-US" sz="1400" dirty="0"/>
              <a:t>P</a:t>
            </a:r>
            <a:endParaRPr lang="en-ID" sz="1400" dirty="0"/>
          </a:p>
        </p:txBody>
      </p:sp>
      <p:sp>
        <p:nvSpPr>
          <p:cNvPr id="67" name="TextBox 66"/>
          <p:cNvSpPr txBox="1"/>
          <p:nvPr/>
        </p:nvSpPr>
        <p:spPr>
          <a:xfrm>
            <a:off x="874705" y="2167384"/>
            <a:ext cx="537327" cy="307777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p>
            <a:r>
              <a:rPr lang="en-US" sz="1400" dirty="0"/>
              <a:t>first</a:t>
            </a:r>
            <a:endParaRPr lang="en-ID" sz="1400" dirty="0"/>
          </a:p>
        </p:txBody>
      </p:sp>
      <p:sp>
        <p:nvSpPr>
          <p:cNvPr id="68" name="TextBox 67"/>
          <p:cNvSpPr txBox="1"/>
          <p:nvPr/>
        </p:nvSpPr>
        <p:spPr>
          <a:xfrm>
            <a:off x="8429612" y="2167471"/>
            <a:ext cx="505267" cy="307777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p>
            <a:r>
              <a:rPr lang="en-US" sz="1400" dirty="0"/>
              <a:t>last</a:t>
            </a:r>
            <a:endParaRPr lang="en-ID" sz="14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sz="quarter" idx="14"/>
          </p:nvPr>
        </p:nvGraphicFramePr>
        <p:xfrm>
          <a:off x="365125" y="3423898"/>
          <a:ext cx="8368816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81404"/>
                <a:gridCol w="23874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 : what is the output?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Answer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(((( </a:t>
                      </a:r>
                      <a:r>
                        <a:rPr lang="en-US" dirty="0" err="1"/>
                        <a:t>L.last</a:t>
                      </a:r>
                      <a:r>
                        <a:rPr lang="en-US" dirty="0"/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prev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next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prev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info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(( </a:t>
                      </a:r>
                      <a:r>
                        <a:rPr lang="en-US" dirty="0" err="1"/>
                        <a:t>P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next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info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((( </a:t>
                      </a:r>
                      <a:r>
                        <a:rPr lang="en-US" dirty="0" err="1"/>
                        <a:t>P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prev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prev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info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((((( </a:t>
                      </a:r>
                      <a:r>
                        <a:rPr lang="en-US" dirty="0" err="1"/>
                        <a:t>L.first</a:t>
                      </a:r>
                      <a:r>
                        <a:rPr lang="en-US" dirty="0"/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next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prev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next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next ) </a:t>
                      </a:r>
                      <a:r>
                        <a:rPr lang="en-US" sz="1800" dirty="0" smtClean="0">
                          <a:latin typeface="Arial" panose="02080604020202020204" pitchFamily="34" charset="0"/>
                          <a:cs typeface="Arial" panose="0208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info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CDK2AAB4 – STRUKTUR DATA</a:t>
            </a:r>
            <a:endParaRPr lang="en-US" dirty="0"/>
          </a:p>
        </p:txBody>
      </p:sp>
      <p:sp>
        <p:nvSpPr>
          <p:cNvPr id="101" name="Title 4"/>
          <p:cNvSpPr>
            <a:spLocks noGrp="1"/>
          </p:cNvSpPr>
          <p:nvPr>
            <p:ph type="title"/>
          </p:nvPr>
        </p:nvSpPr>
        <p:spPr>
          <a:xfrm>
            <a:off x="365125" y="1336417"/>
            <a:ext cx="8326438" cy="641239"/>
          </a:xfrm>
        </p:spPr>
        <p:txBody>
          <a:bodyPr/>
          <a:lstStyle/>
          <a:p>
            <a:r>
              <a:rPr lang="en-US" dirty="0"/>
              <a:t>Exercise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1709214" y="230929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</a:t>
            </a:r>
            <a:endParaRPr lang="en-US" dirty="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1369071" y="2782886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/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50" name="Elbow Connector 15"/>
          <p:cNvCxnSpPr>
            <a:endCxn id="47" idx="1"/>
          </p:cNvCxnSpPr>
          <p:nvPr/>
        </p:nvCxnSpPr>
        <p:spPr>
          <a:xfrm rot="5400000" flipV="1">
            <a:off x="1031875" y="2630170"/>
            <a:ext cx="443865" cy="2311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16"/>
          <p:cNvCxnSpPr>
            <a:endCxn id="56" idx="3"/>
          </p:cNvCxnSpPr>
          <p:nvPr/>
        </p:nvCxnSpPr>
        <p:spPr>
          <a:xfrm rot="5400000">
            <a:off x="8268970" y="2534285"/>
            <a:ext cx="433070" cy="4121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2285492" y="2889383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2437892" y="3041783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2840876" y="2782886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43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5751464" y="2771868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80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7223269" y="2771868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89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/</a:t>
                      </a:r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57" name="Straight Arrow Connector 56"/>
          <p:cNvCxnSpPr/>
          <p:nvPr/>
        </p:nvCxnSpPr>
        <p:spPr>
          <a:xfrm>
            <a:off x="5183892" y="287836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5336292" y="303076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55697" y="287836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6808097" y="303076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985989" y="2341344"/>
          <a:ext cx="29367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670"/>
              </a:tblGrid>
              <a:tr h="34733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4279659" y="2782886"/>
          <a:ext cx="105663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438"/>
                <a:gridCol w="541938"/>
                <a:gridCol w="25025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68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63" name="Straight Arrow Connector 62"/>
          <p:cNvCxnSpPr/>
          <p:nvPr/>
        </p:nvCxnSpPr>
        <p:spPr>
          <a:xfrm>
            <a:off x="3712087" y="2889383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>
            <a:off x="3864487" y="3041783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Elbow Connector 26"/>
          <p:cNvCxnSpPr>
            <a:endCxn id="62" idx="0"/>
          </p:cNvCxnSpPr>
          <p:nvPr/>
        </p:nvCxnSpPr>
        <p:spPr>
          <a:xfrm>
            <a:off x="4104142" y="2524226"/>
            <a:ext cx="703833" cy="2586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986722" y="2079924"/>
            <a:ext cx="293670" cy="307777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P</a:t>
            </a:r>
            <a:endParaRPr lang="en-ID" sz="1400" dirty="0"/>
          </a:p>
        </p:txBody>
      </p:sp>
      <p:sp>
        <p:nvSpPr>
          <p:cNvPr id="67" name="TextBox 66"/>
          <p:cNvSpPr txBox="1"/>
          <p:nvPr/>
        </p:nvSpPr>
        <p:spPr>
          <a:xfrm>
            <a:off x="874705" y="2167384"/>
            <a:ext cx="537327" cy="307777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first</a:t>
            </a:r>
            <a:endParaRPr lang="en-ID" sz="1400" dirty="0"/>
          </a:p>
        </p:txBody>
      </p:sp>
      <p:sp>
        <p:nvSpPr>
          <p:cNvPr id="68" name="TextBox 67"/>
          <p:cNvSpPr txBox="1"/>
          <p:nvPr/>
        </p:nvSpPr>
        <p:spPr>
          <a:xfrm>
            <a:off x="8429612" y="2167471"/>
            <a:ext cx="505267" cy="307777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last</a:t>
            </a:r>
            <a:endParaRPr lang="en-ID" sz="14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600"/>
              </a:spcBef>
            </a:pPr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Pembuatan list baru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600"/>
              </a:spcBef>
            </a:pPr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Pembuatan elemen baru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600"/>
              </a:spcBef>
            </a:pPr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Penyisipan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/ insert</a:t>
            </a:r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elemen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600"/>
              </a:spcBef>
            </a:pPr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Penghapusan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/ delete</a:t>
            </a:r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elemen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Primitif-primitif Dasar pada Double Linked List</a:t>
            </a:r>
            <a:endParaRPr lang="en-US" altLang="en-US" sz="24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2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5510" y="4507230"/>
            <a:ext cx="1478915" cy="1527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2000" dirty="0" smtClean="0">
                <a:latin typeface="Arial" panose="02080604020202020204" pitchFamily="34" charset="0"/>
                <a:cs typeface="Arial" panose="02080604020202020204" pitchFamily="34" charset="0"/>
              </a:rPr>
              <a:t>Misalkan terdapat 2 elemen dengan masing-masing memiliki pointer P dan Q</a:t>
            </a:r>
            <a:endParaRPr lang="en-US" sz="2000" dirty="0" smtClean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r>
              <a:rPr lang="en-US" sz="2000" dirty="0" smtClean="0">
                <a:latin typeface="Arial" panose="02080604020202020204" pitchFamily="34" charset="0"/>
                <a:cs typeface="Arial" panose="02080604020202020204" pitchFamily="34" charset="0"/>
              </a:rPr>
              <a:t>Pindahkan pointer P menuju elemen yang ditunjuk oleh pointer Q</a:t>
            </a:r>
            <a:endParaRPr lang="en-US" sz="2000" dirty="0" smtClean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/>
            <a:r>
              <a:rPr lang="en-US" sz="2000" dirty="0" smtClean="0">
                <a:latin typeface="Arial" panose="02080604020202020204" pitchFamily="34" charset="0"/>
                <a:cs typeface="Arial" panose="02080604020202020204" pitchFamily="34" charset="0"/>
              </a:rPr>
              <a:t>P =</a:t>
            </a:r>
            <a:r>
              <a:rPr lang="en-US" sz="2000" dirty="0" smtClean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Q</a:t>
            </a:r>
            <a:endParaRPr lang="en-US" sz="2000" dirty="0" smtClean="0"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r>
              <a:rPr lang="en-US" sz="2000" dirty="0" smtClean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Apa yang terjadi dengan elemen yang bernilai (15)?</a:t>
            </a:r>
            <a:endParaRPr 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latin typeface="Arial" panose="02080604020202020204" pitchFamily="34" charset="0"/>
                <a:cs typeface="Arial" panose="02080604020202020204" pitchFamily="34" charset="0"/>
              </a:rPr>
              <a:t>Hati-hati dengan Pointer</a:t>
            </a:r>
            <a:endParaRPr lang="en-US" sz="2400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50478" y="531079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65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662243" y="46728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Straight Arrow Connector 9"/>
          <p:cNvCxnSpPr>
            <a:stCxn id="7" idx="3"/>
            <a:endCxn id="13" idx="1"/>
          </p:cNvCxnSpPr>
          <p:nvPr/>
        </p:nvCxnSpPr>
        <p:spPr>
          <a:xfrm>
            <a:off x="3016885" y="4858385"/>
            <a:ext cx="2401570" cy="604520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18695" y="5277773"/>
          <a:ext cx="10909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56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130460" y="4639794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5" name="Straight Arrow Connector 9"/>
          <p:cNvCxnSpPr>
            <a:stCxn id="14" idx="3"/>
            <a:endCxn id="13" idx="0"/>
          </p:cNvCxnSpPr>
          <p:nvPr/>
        </p:nvCxnSpPr>
        <p:spPr>
          <a:xfrm>
            <a:off x="5484495" y="4825365"/>
            <a:ext cx="479425" cy="452120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5325" y="4443095"/>
            <a:ext cx="1471295" cy="159194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Elemen bernilai (15) akan “hilang”</a:t>
            </a:r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/>
            <a:r>
              <a:rPr lang="en-US" dirty="0" smtClean="0">
                <a:solidFill>
                  <a:srgbClr val="0070C0"/>
                </a:solidFill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Elemen (15) masih ada </a:t>
            </a:r>
            <a:r>
              <a:rPr lang="en-US" dirty="0" smtClean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dan  </a:t>
            </a:r>
            <a:r>
              <a:rPr lang="en-US" dirty="0" smtClean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tidak bisa diakses</a:t>
            </a:r>
            <a:endParaRPr lang="en-US" dirty="0" smtClean="0">
              <a:solidFill>
                <a:srgbClr val="0070C0"/>
              </a:solidFill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lvl="1"/>
            <a:r>
              <a:rPr lang="en-US" dirty="0" smtClean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Memori masih dipakai / terbuang sia-sia</a:t>
            </a:r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Hati-hati dengan Pointer</a:t>
            </a:r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31098" y="4430048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65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42863" y="3792069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299315" y="4397028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65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11080" y="3759049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Q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5" name="Straight Arrow Connector 9"/>
          <p:cNvCxnSpPr>
            <a:stCxn id="14" idx="3"/>
            <a:endCxn id="13" idx="0"/>
          </p:cNvCxnSpPr>
          <p:nvPr/>
        </p:nvCxnSpPr>
        <p:spPr>
          <a:xfrm>
            <a:off x="5365575" y="3944469"/>
            <a:ext cx="479115" cy="452559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9"/>
          <p:cNvCxnSpPr>
            <a:stCxn id="7" idx="3"/>
            <a:endCxn id="13" idx="1"/>
          </p:cNvCxnSpPr>
          <p:nvPr/>
        </p:nvCxnSpPr>
        <p:spPr>
          <a:xfrm>
            <a:off x="2897358" y="3977489"/>
            <a:ext cx="2401957" cy="604959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300" y="4567555"/>
            <a:ext cx="1380490" cy="143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2000" dirty="0" smtClean="0">
                <a:latin typeface="Arial" panose="02080604020202020204" pitchFamily="34" charset="0"/>
                <a:cs typeface="Arial" panose="02080604020202020204" pitchFamily="34" charset="0"/>
              </a:rPr>
              <a:t>Dimisalkan terdapat List berikut</a:t>
            </a:r>
            <a:endParaRPr lang="en-US" sz="2000" dirty="0" smtClean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endParaRPr 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endParaRPr lang="en-US" sz="2000" dirty="0" smtClean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r>
              <a:rPr lang="en-US" sz="2000" dirty="0" smtClean="0">
                <a:latin typeface="Arial" panose="02080604020202020204" pitchFamily="34" charset="0"/>
                <a:cs typeface="Arial" panose="02080604020202020204" pitchFamily="34" charset="0"/>
              </a:rPr>
              <a:t>Apa yang terjadi ketika dilakukan perintah berikut</a:t>
            </a:r>
            <a:endParaRPr lang="en-US" sz="2000" dirty="0" smtClean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/>
            <a:r>
              <a:rPr lang="en-US" sz="2000" dirty="0" smtClean="0">
                <a:latin typeface="Arial" panose="02080604020202020204" pitchFamily="34" charset="0"/>
                <a:cs typeface="Arial" panose="02080604020202020204" pitchFamily="34" charset="0"/>
              </a:rPr>
              <a:t>L.first =</a:t>
            </a:r>
            <a:r>
              <a:rPr lang="en-US" sz="2000" dirty="0" smtClean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(L.first)→next</a:t>
            </a:r>
            <a:endParaRPr lang="en-US" sz="2000" dirty="0" smtClean="0"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r>
              <a:rPr lang="en-US" sz="2000" dirty="0" smtClean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Elemen (15) </a:t>
            </a:r>
            <a:r>
              <a:rPr lang="en-US" sz="2000" dirty="0" smtClean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tidak</a:t>
            </a:r>
            <a:r>
              <a:rPr lang="en-US" sz="2000" dirty="0" smtClean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bisa diakses</a:t>
            </a:r>
            <a:endParaRPr lang="en-US" sz="2000" dirty="0" smtClean="0"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lvl="1"/>
            <a:r>
              <a:rPr lang="en-US" sz="2000" dirty="0" smtClean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Dan terjadi lagi, </a:t>
            </a:r>
            <a:r>
              <a:rPr lang="en-US" sz="2000" dirty="0" smtClean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hilang</a:t>
            </a: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, dan </a:t>
            </a:r>
            <a:r>
              <a:rPr lang="en-US" sz="2000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tidak bisa diakses</a:t>
            </a:r>
            <a:endParaRPr lang="en-US" sz="2000" dirty="0">
              <a:solidFill>
                <a:srgbClr val="FF0000"/>
              </a:solidFill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lvl="1"/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Memori terbuang sia-sia</a:t>
            </a:r>
            <a:endParaRPr 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/>
            <a:endParaRPr 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515372B2-DF04-45E7-9FAA-EB25E1652E34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Hati-hati dengan Pointer</a:t>
            </a:r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543935" y="3096812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65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828317" y="2660763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048056" y="3098073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65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2" name="Straight Arrow Connector 9"/>
          <p:cNvCxnSpPr>
            <a:endCxn id="21" idx="1"/>
          </p:cNvCxnSpPr>
          <p:nvPr/>
        </p:nvCxnSpPr>
        <p:spPr>
          <a:xfrm>
            <a:off x="3508729" y="3283493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9"/>
          <p:cNvCxnSpPr>
            <a:stCxn id="19" idx="3"/>
            <a:endCxn id="21" idx="0"/>
          </p:cNvCxnSpPr>
          <p:nvPr/>
        </p:nvCxnSpPr>
        <p:spPr>
          <a:xfrm>
            <a:off x="2182812" y="2846183"/>
            <a:ext cx="2410619" cy="251890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557585" y="3103907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65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dirty="0" smtClean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Straight Arrow Connector 9"/>
          <p:cNvCxnSpPr/>
          <p:nvPr/>
        </p:nvCxnSpPr>
        <p:spPr>
          <a:xfrm>
            <a:off x="5018258" y="3283493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3590" y="4446270"/>
            <a:ext cx="1600200" cy="1588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14655" y="1978025"/>
            <a:ext cx="8314055" cy="151193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</a:rPr>
              <a:t>procedure CreateList(in/out : L : List)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</a:rPr>
              <a:t>kamus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</a:rPr>
              <a:t>algoritma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</a:rPr>
              <a:t>	L.first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 NIL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	L.last</a:t>
            </a: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NIL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	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Prosedur / Fungsi pembuatan List</a:t>
            </a:r>
            <a:endParaRPr lang="en-US" alt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7" name="Content Placeholder 1"/>
          <p:cNvSpPr>
            <a:spLocks noGrp="1"/>
          </p:cNvSpPr>
          <p:nvPr/>
        </p:nvSpPr>
        <p:spPr>
          <a:xfrm>
            <a:off x="6149975" y="2586990"/>
            <a:ext cx="96329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 :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5856605" y="220472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270" y="2600325"/>
            <a:ext cx="473075" cy="482600"/>
          </a:xfrm>
          <a:prstGeom prst="rect">
            <a:avLst/>
          </a:prstGeom>
        </p:spPr>
      </p:pic>
      <p:sp>
        <p:nvSpPr>
          <p:cNvPr id="14" name="Content Placeholder 1"/>
          <p:cNvSpPr>
            <a:spLocks noGrp="1"/>
          </p:cNvSpPr>
          <p:nvPr/>
        </p:nvSpPr>
        <p:spPr>
          <a:xfrm>
            <a:off x="414655" y="3704590"/>
            <a:ext cx="8314055" cy="26346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</a:rPr>
              <a:t>function Alokasi(data : Infotype)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→ Address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</a:rPr>
              <a:t>kamus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</a:rPr>
              <a:t>	P : Address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</a:rPr>
              <a:t>algoritma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</a:rPr>
              <a:t>	P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New elementList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P→info = data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P→next = NIL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P→prev = NIL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return P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18" name="Content Placeholder 1"/>
          <p:cNvSpPr>
            <a:spLocks noGrp="1"/>
          </p:cNvSpPr>
          <p:nvPr/>
        </p:nvSpPr>
        <p:spPr>
          <a:xfrm>
            <a:off x="7113270" y="3827780"/>
            <a:ext cx="96329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9" name="Straight Arrow Connector 18"/>
          <p:cNvCxnSpPr>
            <a:stCxn id="18" idx="2"/>
          </p:cNvCxnSpPr>
          <p:nvPr/>
        </p:nvCxnSpPr>
        <p:spPr>
          <a:xfrm>
            <a:off x="7595235" y="4337685"/>
            <a:ext cx="0" cy="5594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Table 58"/>
          <p:cNvGraphicFramePr/>
          <p:nvPr/>
        </p:nvGraphicFramePr>
        <p:xfrm>
          <a:off x="6841490" y="5067935"/>
          <a:ext cx="1504950" cy="639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650"/>
                <a:gridCol w="501650"/>
                <a:gridCol w="501650"/>
              </a:tblGrid>
              <a:tr h="6394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Content Placeholder 1"/>
          <p:cNvSpPr>
            <a:spLocks noGrp="1"/>
          </p:cNvSpPr>
          <p:nvPr/>
        </p:nvSpPr>
        <p:spPr>
          <a:xfrm>
            <a:off x="7586345" y="220472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first</a:t>
            </a:r>
            <a:endParaRPr lang="en-US" b="1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Elemen baru menjadi elemen pertama dalam list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last</a:t>
            </a:r>
            <a:endParaRPr lang="en-US" b="1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Elemen baru menjadi elemen terakhir dalam list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after</a:t>
            </a:r>
            <a:endParaRPr lang="en-US" b="1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Menempatkan elemen baru di 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antara dua buah elemen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Elemen ke dalam List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1905" y="4902200"/>
            <a:ext cx="1069975" cy="113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Memasukkan elemen yang ditunjuk oleh pointer P kedalam List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Elemen yang ditunjuk oleh pointer P menjadi elemen pertama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InsertFirst(in/out L : List; input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First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srgbClr val="FFFFFF"/>
            </a:duotone>
          </a:blip>
          <a:stretch>
            <a:fillRect/>
          </a:stretch>
        </p:blipFill>
        <p:spPr>
          <a:xfrm rot="10800000" flipH="1">
            <a:off x="1374775" y="4519930"/>
            <a:ext cx="435610" cy="835025"/>
          </a:xfrm>
          <a:prstGeom prst="rect">
            <a:avLst/>
          </a:prstGeom>
        </p:spPr>
      </p:pic>
      <p:graphicFrame>
        <p:nvGraphicFramePr>
          <p:cNvPr id="53" name="Table 52"/>
          <p:cNvGraphicFramePr/>
          <p:nvPr/>
        </p:nvGraphicFramePr>
        <p:xfrm>
          <a:off x="3341370" y="4306570"/>
          <a:ext cx="1604010" cy="60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600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" name="Table 53"/>
          <p:cNvGraphicFramePr/>
          <p:nvPr/>
        </p:nvGraphicFramePr>
        <p:xfrm>
          <a:off x="5316855" y="4330700"/>
          <a:ext cx="1604010" cy="60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6007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54"/>
          <p:cNvGraphicFramePr/>
          <p:nvPr/>
        </p:nvGraphicFramePr>
        <p:xfrm>
          <a:off x="7290435" y="4330700"/>
          <a:ext cx="1604010" cy="60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6007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>
            <a:off x="4598670" y="451993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4692015" y="471170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6587490" y="451993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>
            <a:off x="6680835" y="471170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730670" y="320388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9" name="Table 58"/>
          <p:cNvGraphicFramePr/>
          <p:nvPr/>
        </p:nvGraphicFramePr>
        <p:xfrm>
          <a:off x="1445260" y="3685540"/>
          <a:ext cx="1604010" cy="60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600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60" name="Elbow Connector 59"/>
          <p:cNvCxnSpPr>
            <a:stCxn id="58" idx="3"/>
            <a:endCxn id="59" idx="0"/>
          </p:cNvCxnSpPr>
          <p:nvPr/>
        </p:nvCxnSpPr>
        <p:spPr>
          <a:xfrm>
            <a:off x="1085215" y="3388995"/>
            <a:ext cx="1162050" cy="29654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2207527" y="444102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2" name="Straight Arrow Connector 61"/>
          <p:cNvCxnSpPr>
            <a:stCxn id="61" idx="3"/>
          </p:cNvCxnSpPr>
          <p:nvPr/>
        </p:nvCxnSpPr>
        <p:spPr>
          <a:xfrm flipV="1">
            <a:off x="2548255" y="4617085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le 74"/>
          <p:cNvGraphicFramePr/>
          <p:nvPr/>
        </p:nvGraphicFramePr>
        <p:xfrm>
          <a:off x="3408045" y="5553710"/>
          <a:ext cx="1604010" cy="60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6007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Table 75"/>
          <p:cNvGraphicFramePr/>
          <p:nvPr/>
        </p:nvGraphicFramePr>
        <p:xfrm>
          <a:off x="5383530" y="5577840"/>
          <a:ext cx="1604010" cy="60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6007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76"/>
          <p:cNvGraphicFramePr/>
          <p:nvPr/>
        </p:nvGraphicFramePr>
        <p:xfrm>
          <a:off x="7357110" y="5577840"/>
          <a:ext cx="1604010" cy="60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6007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78" name="Straight Arrow Connector 77"/>
          <p:cNvCxnSpPr/>
          <p:nvPr/>
        </p:nvCxnSpPr>
        <p:spPr>
          <a:xfrm>
            <a:off x="4665345" y="576707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4758690" y="595884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6654165" y="576707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>
            <a:off x="6747510" y="595884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Table 81"/>
          <p:cNvGraphicFramePr/>
          <p:nvPr/>
        </p:nvGraphicFramePr>
        <p:xfrm>
          <a:off x="1449705" y="5553710"/>
          <a:ext cx="1604010" cy="60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600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Arrow Connector 82"/>
          <p:cNvCxnSpPr/>
          <p:nvPr/>
        </p:nvCxnSpPr>
        <p:spPr>
          <a:xfrm>
            <a:off x="2720340" y="576707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H="1">
            <a:off x="2813685" y="595884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315862" y="566340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6" name="Straight Arrow Connector 85"/>
          <p:cNvCxnSpPr>
            <a:stCxn id="85" idx="3"/>
          </p:cNvCxnSpPr>
          <p:nvPr/>
        </p:nvCxnSpPr>
        <p:spPr>
          <a:xfrm flipV="1">
            <a:off x="669925" y="583946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First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780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InsertFirst(in/out L : List; input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P→next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altLang="en-US" sz="16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3341370" y="587057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970020" y="545147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/>
          <p:nvPr/>
        </p:nvGraphicFramePr>
        <p:xfrm>
          <a:off x="3341370" y="4725670"/>
          <a:ext cx="1604010" cy="662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6623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5316855" y="4749800"/>
          <a:ext cx="1604010" cy="662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66230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/>
        </p:nvGraphicFramePr>
        <p:xfrm>
          <a:off x="7290435" y="4749800"/>
          <a:ext cx="1604010" cy="662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66230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4598670" y="4986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692015" y="5178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587490" y="4986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6680835" y="5178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0670" y="353916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/>
          <p:nvPr/>
        </p:nvGraphicFramePr>
        <p:xfrm>
          <a:off x="1445260" y="3973195"/>
          <a:ext cx="1604010" cy="662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6623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9" name="Elbow Connector 18"/>
          <p:cNvCxnSpPr>
            <a:stCxn id="17" idx="3"/>
            <a:endCxn id="18" idx="0"/>
          </p:cNvCxnSpPr>
          <p:nvPr/>
        </p:nvCxnSpPr>
        <p:spPr>
          <a:xfrm>
            <a:off x="1085215" y="3724275"/>
            <a:ext cx="1162050" cy="24892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167522" y="58704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3" name="Elbow Connector 22"/>
          <p:cNvCxnSpPr>
            <a:stCxn id="18" idx="3"/>
            <a:endCxn id="8" idx="0"/>
          </p:cNvCxnSpPr>
          <p:nvPr/>
        </p:nvCxnSpPr>
        <p:spPr>
          <a:xfrm>
            <a:off x="3049270" y="4304665"/>
            <a:ext cx="1094105" cy="42100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20" idx="0"/>
          </p:cNvCxnSpPr>
          <p:nvPr/>
        </p:nvCxnSpPr>
        <p:spPr>
          <a:xfrm rot="16200000">
            <a:off x="2436495" y="5162550"/>
            <a:ext cx="615950" cy="8001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1"/>
          <p:cNvSpPr>
            <a:spLocks noGrp="1"/>
          </p:cNvSpPr>
          <p:nvPr/>
        </p:nvSpPr>
        <p:spPr>
          <a:xfrm>
            <a:off x="7343775" y="588518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7972425" y="546608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First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780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InsertFirst(in/out L : List; input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P→next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(L.first)→prev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</a:t>
            </a:r>
            <a:endParaRPr lang="en-US" altLang="en-US" sz="16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3341370" y="587057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970020" y="545147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/>
          <p:nvPr/>
        </p:nvGraphicFramePr>
        <p:xfrm>
          <a:off x="3341370" y="4782185"/>
          <a:ext cx="1577340" cy="59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/>
                <a:gridCol w="525780"/>
                <a:gridCol w="525780"/>
              </a:tblGrid>
              <a:tr h="59182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5316855" y="4806315"/>
          <a:ext cx="1577340" cy="59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/>
                <a:gridCol w="525780"/>
                <a:gridCol w="525780"/>
              </a:tblGrid>
              <a:tr h="59182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/>
        </p:nvGraphicFramePr>
        <p:xfrm>
          <a:off x="7290435" y="4806315"/>
          <a:ext cx="1577340" cy="59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/>
                <a:gridCol w="525780"/>
                <a:gridCol w="525780"/>
              </a:tblGrid>
              <a:tr h="59182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4598670" y="4986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692015" y="5178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587490" y="4986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6680835" y="5178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0670" y="353916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/>
          <p:nvPr/>
        </p:nvGraphicFramePr>
        <p:xfrm>
          <a:off x="1445260" y="4029710"/>
          <a:ext cx="1577340" cy="59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/>
                <a:gridCol w="525780"/>
                <a:gridCol w="525780"/>
              </a:tblGrid>
              <a:tr h="5918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9" name="Elbow Connector 18"/>
          <p:cNvCxnSpPr>
            <a:stCxn id="17" idx="3"/>
            <a:endCxn id="18" idx="0"/>
          </p:cNvCxnSpPr>
          <p:nvPr/>
        </p:nvCxnSpPr>
        <p:spPr>
          <a:xfrm>
            <a:off x="1085215" y="3724275"/>
            <a:ext cx="1148715" cy="3054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167522" y="58704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3" name="Elbow Connector 22"/>
          <p:cNvCxnSpPr>
            <a:stCxn id="18" idx="3"/>
            <a:endCxn id="8" idx="0"/>
          </p:cNvCxnSpPr>
          <p:nvPr/>
        </p:nvCxnSpPr>
        <p:spPr>
          <a:xfrm>
            <a:off x="3022600" y="4325620"/>
            <a:ext cx="1107440" cy="45656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8" idx="1"/>
            <a:endCxn id="18" idx="2"/>
          </p:cNvCxnSpPr>
          <p:nvPr/>
        </p:nvCxnSpPr>
        <p:spPr>
          <a:xfrm rot="10800000">
            <a:off x="2233930" y="4621530"/>
            <a:ext cx="1107440" cy="45656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20" idx="0"/>
          </p:cNvCxnSpPr>
          <p:nvPr/>
        </p:nvCxnSpPr>
        <p:spPr>
          <a:xfrm rot="16200000">
            <a:off x="2436495" y="5162550"/>
            <a:ext cx="615950" cy="8001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1"/>
          <p:cNvSpPr>
            <a:spLocks noGrp="1"/>
          </p:cNvSpPr>
          <p:nvPr/>
        </p:nvSpPr>
        <p:spPr>
          <a:xfrm>
            <a:off x="7343775" y="588518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7972425" y="546608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First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780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InsertFirst(in/out L : List; input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P→next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(L.first)→prev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L.first = P</a:t>
            </a:r>
            <a:endParaRPr lang="en-US" altLang="en-US" sz="16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365125" y="492379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3341370" y="4857750"/>
          <a:ext cx="1695450" cy="418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/>
                <a:gridCol w="565150"/>
                <a:gridCol w="565150"/>
              </a:tblGrid>
              <a:tr h="41846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5316855" y="4881880"/>
          <a:ext cx="1695450" cy="418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/>
                <a:gridCol w="565150"/>
                <a:gridCol w="565150"/>
              </a:tblGrid>
              <a:tr h="41846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/>
        </p:nvGraphicFramePr>
        <p:xfrm>
          <a:off x="7290435" y="4881880"/>
          <a:ext cx="1695450" cy="418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/>
                <a:gridCol w="565150"/>
                <a:gridCol w="565150"/>
              </a:tblGrid>
              <a:tr h="41846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4598670" y="4986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692015" y="5178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587490" y="4986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6680835" y="5178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0670" y="353916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/>
          <p:nvPr/>
        </p:nvGraphicFramePr>
        <p:xfrm>
          <a:off x="1445260" y="4105275"/>
          <a:ext cx="1695450" cy="418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/>
                <a:gridCol w="565150"/>
                <a:gridCol w="565150"/>
              </a:tblGrid>
              <a:tr h="4184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9" name="Elbow Connector 18"/>
          <p:cNvCxnSpPr>
            <a:stCxn id="17" idx="3"/>
            <a:endCxn id="18" idx="0"/>
          </p:cNvCxnSpPr>
          <p:nvPr/>
        </p:nvCxnSpPr>
        <p:spPr>
          <a:xfrm>
            <a:off x="1085215" y="3724275"/>
            <a:ext cx="1207770" cy="3810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167522" y="58704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3" name="Elbow Connector 22"/>
          <p:cNvCxnSpPr>
            <a:stCxn id="18" idx="3"/>
            <a:endCxn id="8" idx="0"/>
          </p:cNvCxnSpPr>
          <p:nvPr/>
        </p:nvCxnSpPr>
        <p:spPr>
          <a:xfrm>
            <a:off x="3140710" y="4314825"/>
            <a:ext cx="1048385" cy="54292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8" idx="1"/>
            <a:endCxn id="18" idx="2"/>
          </p:cNvCxnSpPr>
          <p:nvPr/>
        </p:nvCxnSpPr>
        <p:spPr>
          <a:xfrm rot="10800000">
            <a:off x="2292985" y="4523740"/>
            <a:ext cx="1048385" cy="54356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20" idx="0"/>
          </p:cNvCxnSpPr>
          <p:nvPr/>
        </p:nvCxnSpPr>
        <p:spPr>
          <a:xfrm rot="16200000">
            <a:off x="2436495" y="5162550"/>
            <a:ext cx="615950" cy="8001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9" idx="0"/>
            <a:endCxn id="18" idx="1"/>
          </p:cNvCxnSpPr>
          <p:nvPr/>
        </p:nvCxnSpPr>
        <p:spPr>
          <a:xfrm rot="16200000">
            <a:off x="915035" y="4393565"/>
            <a:ext cx="608965" cy="45148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1"/>
          <p:cNvSpPr>
            <a:spLocks noGrp="1"/>
          </p:cNvSpPr>
          <p:nvPr/>
        </p:nvSpPr>
        <p:spPr>
          <a:xfrm>
            <a:off x="7343775" y="580136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7972425" y="538226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745" y="1978025"/>
            <a:ext cx="1369695" cy="14001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Memasukkan elemen yang ditunjuk oleh pointer P ke dalam List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Elemen yang ditunjuk oleh pointer P menjadi elemen terakhir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InsertLast(in/out L : List; input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Last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srgbClr val="FFFFFF"/>
            </a:duotone>
          </a:blip>
          <a:stretch>
            <a:fillRect/>
          </a:stretch>
        </p:blipFill>
        <p:spPr>
          <a:xfrm rot="10800000" flipH="1">
            <a:off x="1374775" y="4519930"/>
            <a:ext cx="435610" cy="835025"/>
          </a:xfrm>
          <a:prstGeom prst="rect">
            <a:avLst/>
          </a:prstGeom>
        </p:spPr>
      </p:pic>
      <p:graphicFrame>
        <p:nvGraphicFramePr>
          <p:cNvPr id="53" name="Table 52"/>
          <p:cNvGraphicFramePr/>
          <p:nvPr/>
        </p:nvGraphicFramePr>
        <p:xfrm>
          <a:off x="3341370" y="4370705"/>
          <a:ext cx="1577340" cy="404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/>
                <a:gridCol w="525780"/>
                <a:gridCol w="525780"/>
              </a:tblGrid>
              <a:tr h="4044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" name="Table 53"/>
          <p:cNvGraphicFramePr/>
          <p:nvPr/>
        </p:nvGraphicFramePr>
        <p:xfrm>
          <a:off x="5316855" y="4394835"/>
          <a:ext cx="1577340" cy="404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/>
                <a:gridCol w="525780"/>
                <a:gridCol w="525780"/>
              </a:tblGrid>
              <a:tr h="40449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54"/>
          <p:cNvGraphicFramePr/>
          <p:nvPr/>
        </p:nvGraphicFramePr>
        <p:xfrm>
          <a:off x="7290435" y="4394835"/>
          <a:ext cx="1577340" cy="404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/>
                <a:gridCol w="525780"/>
                <a:gridCol w="525780"/>
              </a:tblGrid>
              <a:tr h="40449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>
            <a:off x="4598670" y="451993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4692015" y="471170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6587490" y="451993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>
            <a:off x="6680835" y="471170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730670" y="320388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9" name="Table 58"/>
          <p:cNvGraphicFramePr/>
          <p:nvPr/>
        </p:nvGraphicFramePr>
        <p:xfrm>
          <a:off x="1445260" y="3749675"/>
          <a:ext cx="1577340" cy="404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/>
                <a:gridCol w="525780"/>
                <a:gridCol w="525780"/>
              </a:tblGrid>
              <a:tr h="4044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60" name="Elbow Connector 59"/>
          <p:cNvCxnSpPr>
            <a:stCxn id="58" idx="3"/>
            <a:endCxn id="59" idx="0"/>
          </p:cNvCxnSpPr>
          <p:nvPr/>
        </p:nvCxnSpPr>
        <p:spPr>
          <a:xfrm>
            <a:off x="1085215" y="3388995"/>
            <a:ext cx="1148715" cy="36068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2207527" y="444102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2" name="Straight Arrow Connector 61"/>
          <p:cNvCxnSpPr>
            <a:stCxn id="61" idx="3"/>
          </p:cNvCxnSpPr>
          <p:nvPr/>
        </p:nvCxnSpPr>
        <p:spPr>
          <a:xfrm flipV="1">
            <a:off x="2548255" y="4617085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le 74"/>
          <p:cNvGraphicFramePr/>
          <p:nvPr/>
        </p:nvGraphicFramePr>
        <p:xfrm>
          <a:off x="3408045" y="5617845"/>
          <a:ext cx="1577340" cy="404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/>
                <a:gridCol w="525780"/>
                <a:gridCol w="525780"/>
              </a:tblGrid>
              <a:tr h="40449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Table 75"/>
          <p:cNvGraphicFramePr/>
          <p:nvPr/>
        </p:nvGraphicFramePr>
        <p:xfrm>
          <a:off x="5383530" y="5641975"/>
          <a:ext cx="1577340" cy="404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/>
                <a:gridCol w="525780"/>
                <a:gridCol w="525780"/>
              </a:tblGrid>
              <a:tr h="40449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76"/>
          <p:cNvGraphicFramePr/>
          <p:nvPr/>
        </p:nvGraphicFramePr>
        <p:xfrm>
          <a:off x="7357110" y="5641975"/>
          <a:ext cx="1577340" cy="404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/>
                <a:gridCol w="525780"/>
                <a:gridCol w="525780"/>
              </a:tblGrid>
              <a:tr h="40449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78" name="Straight Arrow Connector 77"/>
          <p:cNvCxnSpPr/>
          <p:nvPr/>
        </p:nvCxnSpPr>
        <p:spPr>
          <a:xfrm>
            <a:off x="4665345" y="576707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4758690" y="595884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6654165" y="576707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>
            <a:off x="6747510" y="595884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Table 81"/>
          <p:cNvGraphicFramePr/>
          <p:nvPr/>
        </p:nvGraphicFramePr>
        <p:xfrm>
          <a:off x="1449705" y="5617845"/>
          <a:ext cx="1577340" cy="404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"/>
                <a:gridCol w="525780"/>
                <a:gridCol w="525780"/>
              </a:tblGrid>
              <a:tr h="4044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Arrow Connector 82"/>
          <p:cNvCxnSpPr/>
          <p:nvPr/>
        </p:nvCxnSpPr>
        <p:spPr>
          <a:xfrm>
            <a:off x="2720340" y="576707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H="1">
            <a:off x="2813685" y="595884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315862" y="566340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6" name="Straight Arrow Connector 85"/>
          <p:cNvCxnSpPr>
            <a:stCxn id="85" idx="3"/>
          </p:cNvCxnSpPr>
          <p:nvPr/>
        </p:nvCxnSpPr>
        <p:spPr>
          <a:xfrm flipV="1">
            <a:off x="669925" y="583946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Last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780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InsertLast(in/out L : List; input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P→p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rev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L.last</a:t>
            </a:r>
            <a:endParaRPr lang="en-US" altLang="en-US" sz="16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1483360" y="587057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112010" y="545147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/>
          <p:nvPr/>
        </p:nvGraphicFramePr>
        <p:xfrm>
          <a:off x="1483360" y="4873625"/>
          <a:ext cx="153924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080"/>
                <a:gridCol w="513080"/>
                <a:gridCol w="51308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3458845" y="4897755"/>
          <a:ext cx="153924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080"/>
                <a:gridCol w="513080"/>
                <a:gridCol w="51308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/>
        </p:nvGraphicFramePr>
        <p:xfrm>
          <a:off x="5432425" y="4897755"/>
          <a:ext cx="153924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080"/>
                <a:gridCol w="513080"/>
                <a:gridCol w="51308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2740660" y="4986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834005" y="5178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729480" y="4986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4822825" y="5178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646455" y="2787957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/>
          <p:nvPr/>
        </p:nvGraphicFramePr>
        <p:xfrm>
          <a:off x="7141845" y="3699510"/>
          <a:ext cx="153924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080"/>
                <a:gridCol w="513080"/>
                <a:gridCol w="51308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09512" y="58704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Elbow Connector 26"/>
          <p:cNvCxnSpPr>
            <a:stCxn id="20" idx="0"/>
          </p:cNvCxnSpPr>
          <p:nvPr/>
        </p:nvCxnSpPr>
        <p:spPr>
          <a:xfrm rot="16200000">
            <a:off x="564515" y="5162550"/>
            <a:ext cx="615950" cy="8001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1"/>
          <p:cNvSpPr>
            <a:spLocks noGrp="1"/>
          </p:cNvSpPr>
          <p:nvPr/>
        </p:nvSpPr>
        <p:spPr>
          <a:xfrm>
            <a:off x="5485765" y="580136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6114415" y="538226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7" idx="2"/>
          </p:cNvCxnSpPr>
          <p:nvPr/>
        </p:nvCxnSpPr>
        <p:spPr>
          <a:xfrm>
            <a:off x="7823835" y="3158490"/>
            <a:ext cx="0" cy="541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endCxn id="12" idx="3"/>
          </p:cNvCxnSpPr>
          <p:nvPr/>
        </p:nvCxnSpPr>
        <p:spPr>
          <a:xfrm rot="5400000">
            <a:off x="6755765" y="4296410"/>
            <a:ext cx="1007745" cy="57594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Last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780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InsertLast(in/out L : List; input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P→p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rev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L.last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(L.last)→n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ext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1483360" y="587057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112010" y="545147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/>
          <p:nvPr/>
        </p:nvGraphicFramePr>
        <p:xfrm>
          <a:off x="1483360" y="4873625"/>
          <a:ext cx="155257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525"/>
                <a:gridCol w="517525"/>
                <a:gridCol w="51752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3458845" y="4897755"/>
          <a:ext cx="155257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525"/>
                <a:gridCol w="517525"/>
                <a:gridCol w="51752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/>
        </p:nvGraphicFramePr>
        <p:xfrm>
          <a:off x="5432425" y="4897755"/>
          <a:ext cx="155257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525"/>
                <a:gridCol w="517525"/>
                <a:gridCol w="51752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2740660" y="4986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834005" y="5178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729480" y="4986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4822825" y="5178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646455" y="2787957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/>
          <p:nvPr/>
        </p:nvGraphicFramePr>
        <p:xfrm>
          <a:off x="7141845" y="3699510"/>
          <a:ext cx="155257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525"/>
                <a:gridCol w="517525"/>
                <a:gridCol w="51752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09512" y="58704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Elbow Connector 26"/>
          <p:cNvCxnSpPr>
            <a:stCxn id="20" idx="0"/>
          </p:cNvCxnSpPr>
          <p:nvPr/>
        </p:nvCxnSpPr>
        <p:spPr>
          <a:xfrm rot="16200000">
            <a:off x="564515" y="5162550"/>
            <a:ext cx="615950" cy="8001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1"/>
          <p:cNvSpPr>
            <a:spLocks noGrp="1"/>
          </p:cNvSpPr>
          <p:nvPr/>
        </p:nvSpPr>
        <p:spPr>
          <a:xfrm>
            <a:off x="5485765" y="580136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6114415" y="538226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7" idx="2"/>
          </p:cNvCxnSpPr>
          <p:nvPr/>
        </p:nvCxnSpPr>
        <p:spPr>
          <a:xfrm>
            <a:off x="7823835" y="3158490"/>
            <a:ext cx="0" cy="541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endCxn id="12" idx="3"/>
          </p:cNvCxnSpPr>
          <p:nvPr/>
        </p:nvCxnSpPr>
        <p:spPr>
          <a:xfrm rot="5400000">
            <a:off x="6769100" y="4296410"/>
            <a:ext cx="1007745" cy="57594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endCxn id="18" idx="1"/>
          </p:cNvCxnSpPr>
          <p:nvPr/>
        </p:nvCxnSpPr>
        <p:spPr>
          <a:xfrm rot="16200000">
            <a:off x="6329045" y="4107815"/>
            <a:ext cx="1030605" cy="59499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Last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780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InsertLast(in/out L : List; input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P→p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rev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= L.last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(L.last)→n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ext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= P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L.last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1483360" y="587057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112010" y="545147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/>
          <p:nvPr/>
        </p:nvGraphicFramePr>
        <p:xfrm>
          <a:off x="1483360" y="4873625"/>
          <a:ext cx="1619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50"/>
                <a:gridCol w="539750"/>
                <a:gridCol w="53975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3458845" y="4897755"/>
          <a:ext cx="1619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50"/>
                <a:gridCol w="539750"/>
                <a:gridCol w="53975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/>
        </p:nvGraphicFramePr>
        <p:xfrm>
          <a:off x="5432425" y="4897755"/>
          <a:ext cx="1619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50"/>
                <a:gridCol w="539750"/>
                <a:gridCol w="53975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2740660" y="4986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834005" y="5178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729480" y="4986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4822825" y="5178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646455" y="2787957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/>
          <p:nvPr/>
        </p:nvGraphicFramePr>
        <p:xfrm>
          <a:off x="7141845" y="3699510"/>
          <a:ext cx="1619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50"/>
                <a:gridCol w="539750"/>
                <a:gridCol w="53975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09512" y="58704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Elbow Connector 26"/>
          <p:cNvCxnSpPr>
            <a:stCxn id="20" idx="0"/>
          </p:cNvCxnSpPr>
          <p:nvPr/>
        </p:nvCxnSpPr>
        <p:spPr>
          <a:xfrm rot="16200000">
            <a:off x="564515" y="5162550"/>
            <a:ext cx="615950" cy="8001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1"/>
          <p:cNvSpPr>
            <a:spLocks noGrp="1"/>
          </p:cNvSpPr>
          <p:nvPr/>
        </p:nvSpPr>
        <p:spPr>
          <a:xfrm>
            <a:off x="7646670" y="466852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8275320" y="424942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7" idx="2"/>
          </p:cNvCxnSpPr>
          <p:nvPr/>
        </p:nvCxnSpPr>
        <p:spPr>
          <a:xfrm>
            <a:off x="7823835" y="3158490"/>
            <a:ext cx="0" cy="541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endCxn id="12" idx="3"/>
          </p:cNvCxnSpPr>
          <p:nvPr/>
        </p:nvCxnSpPr>
        <p:spPr>
          <a:xfrm rot="5400000">
            <a:off x="6835775" y="4288790"/>
            <a:ext cx="1007745" cy="57594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endCxn id="18" idx="1"/>
          </p:cNvCxnSpPr>
          <p:nvPr/>
        </p:nvCxnSpPr>
        <p:spPr>
          <a:xfrm rot="16200000">
            <a:off x="6329045" y="4100195"/>
            <a:ext cx="1030605" cy="59499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305" y="1336675"/>
            <a:ext cx="1044575" cy="106870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94335" y="1895250"/>
            <a:ext cx="8326438" cy="4025490"/>
          </a:xfrm>
        </p:spPr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Memasukkan elemen yang ditunjuk oleh pointer P kedalam List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Elemen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yang ditunjuk oleh pointer 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 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menjadi elemen selanjutnya dari elemen yang ditunjuk oleh pointer </a:t>
            </a:r>
            <a:r>
              <a:rPr 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</a:rPr>
              <a:t>Prec</a:t>
            </a:r>
            <a:r>
              <a:rPr lang="en-US" alt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</a:rPr>
              <a:t> (kondisi default Prec sudah ditentukan)</a:t>
            </a:r>
            <a:endParaRPr lang="en-US" sz="1800" dirty="0" err="1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InsertAfter(in/out L : List; input Prec, P : Address)</a:t>
            </a:r>
            <a:endParaRPr lang="en-US" sz="2000" dirty="0" err="1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After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srgbClr val="FFFFFF"/>
            </a:duotone>
          </a:blip>
          <a:stretch>
            <a:fillRect/>
          </a:stretch>
        </p:blipFill>
        <p:spPr>
          <a:xfrm rot="10800000" flipH="1">
            <a:off x="1235075" y="4939030"/>
            <a:ext cx="435610" cy="835025"/>
          </a:xfrm>
          <a:prstGeom prst="rect">
            <a:avLst/>
          </a:prstGeom>
        </p:spPr>
      </p:pic>
      <p:graphicFrame>
        <p:nvGraphicFramePr>
          <p:cNvPr id="12" name="Table 11"/>
          <p:cNvGraphicFramePr/>
          <p:nvPr/>
        </p:nvGraphicFramePr>
        <p:xfrm>
          <a:off x="1665605" y="4726305"/>
          <a:ext cx="1548765" cy="41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516255"/>
                <a:gridCol w="516255"/>
              </a:tblGrid>
              <a:tr h="412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/>
          <p:nvPr/>
        </p:nvGraphicFramePr>
        <p:xfrm>
          <a:off x="3641090" y="4750435"/>
          <a:ext cx="1548765" cy="41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516255"/>
                <a:gridCol w="516255"/>
              </a:tblGrid>
              <a:tr h="4127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5614670" y="4750435"/>
          <a:ext cx="1548765" cy="41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516255"/>
                <a:gridCol w="516255"/>
              </a:tblGrid>
              <a:tr h="4127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5" name="Straight Arrow Connector 14"/>
          <p:cNvCxnSpPr/>
          <p:nvPr/>
        </p:nvCxnSpPr>
        <p:spPr>
          <a:xfrm>
            <a:off x="2922905" y="483933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016250" y="503110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911725" y="483933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5005070" y="503110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608740" y="3543607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6323330" y="4125595"/>
          <a:ext cx="1548765" cy="41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516255"/>
                <a:gridCol w="516255"/>
              </a:tblGrid>
              <a:tr h="412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Elbow Connector 20"/>
          <p:cNvCxnSpPr>
            <a:stCxn id="19" idx="3"/>
            <a:endCxn id="20" idx="0"/>
          </p:cNvCxnSpPr>
          <p:nvPr/>
        </p:nvCxnSpPr>
        <p:spPr>
          <a:xfrm>
            <a:off x="5963285" y="3728720"/>
            <a:ext cx="1134745" cy="3968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31762" y="476043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3" name="Straight Arrow Connector 22"/>
          <p:cNvCxnSpPr>
            <a:stCxn id="22" idx="3"/>
          </p:cNvCxnSpPr>
          <p:nvPr/>
        </p:nvCxnSpPr>
        <p:spPr>
          <a:xfrm flipV="1">
            <a:off x="885825" y="495046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/>
          <p:cNvGraphicFramePr/>
          <p:nvPr/>
        </p:nvGraphicFramePr>
        <p:xfrm>
          <a:off x="3408045" y="5807710"/>
          <a:ext cx="1548765" cy="41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516255"/>
                <a:gridCol w="516255"/>
              </a:tblGrid>
              <a:tr h="4127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/>
          <p:nvPr/>
        </p:nvGraphicFramePr>
        <p:xfrm>
          <a:off x="5383530" y="5831840"/>
          <a:ext cx="1548765" cy="41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516255"/>
                <a:gridCol w="516255"/>
              </a:tblGrid>
              <a:tr h="4127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/>
          <p:nvPr/>
        </p:nvGraphicFramePr>
        <p:xfrm>
          <a:off x="7357110" y="5831840"/>
          <a:ext cx="1548765" cy="41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516255"/>
                <a:gridCol w="516255"/>
              </a:tblGrid>
              <a:tr h="4127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7" name="Straight Arrow Connector 26"/>
          <p:cNvCxnSpPr/>
          <p:nvPr/>
        </p:nvCxnSpPr>
        <p:spPr>
          <a:xfrm>
            <a:off x="4665345" y="592074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4758690" y="611251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654165" y="592074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6747510" y="611251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/>
          <p:cNvGraphicFramePr/>
          <p:nvPr/>
        </p:nvGraphicFramePr>
        <p:xfrm>
          <a:off x="1449705" y="5807710"/>
          <a:ext cx="1548765" cy="41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516255"/>
                <a:gridCol w="516255"/>
              </a:tblGrid>
              <a:tr h="412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>
            <a:off x="2720340" y="592074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2813685" y="611251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5862" y="581707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7" name="Straight Arrow Connector 36"/>
          <p:cNvCxnSpPr>
            <a:stCxn id="35" idx="3"/>
          </p:cNvCxnSpPr>
          <p:nvPr/>
        </p:nvCxnSpPr>
        <p:spPr>
          <a:xfrm flipV="1">
            <a:off x="669925" y="600710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813685" y="3536950"/>
          <a:ext cx="71818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18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rec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Elbow Connector 38"/>
          <p:cNvCxnSpPr>
            <a:stCxn id="38" idx="3"/>
          </p:cNvCxnSpPr>
          <p:nvPr/>
        </p:nvCxnSpPr>
        <p:spPr>
          <a:xfrm>
            <a:off x="3531870" y="3736340"/>
            <a:ext cx="772160" cy="10039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After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InsertAfter(in/out L : List; input Prec,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P→n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ext 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2420620" y="5005070"/>
          <a:ext cx="1535430" cy="385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810"/>
                <a:gridCol w="511810"/>
                <a:gridCol w="511810"/>
              </a:tblGrid>
              <a:tr h="3854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/>
          <p:nvPr/>
        </p:nvGraphicFramePr>
        <p:xfrm>
          <a:off x="4396105" y="5029200"/>
          <a:ext cx="1535430" cy="385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810"/>
                <a:gridCol w="511810"/>
                <a:gridCol w="511810"/>
              </a:tblGrid>
              <a:tr h="38544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7473950" y="5039360"/>
          <a:ext cx="1535430" cy="385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810"/>
                <a:gridCol w="511810"/>
                <a:gridCol w="511810"/>
              </a:tblGrid>
              <a:tr h="38544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5" name="Straight Arrow Connector 14"/>
          <p:cNvCxnSpPr/>
          <p:nvPr/>
        </p:nvCxnSpPr>
        <p:spPr>
          <a:xfrm>
            <a:off x="3677920" y="511810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771265" y="530987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666740" y="5118100"/>
            <a:ext cx="18072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5760085" y="5309870"/>
            <a:ext cx="189039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142650" y="3014017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5857240" y="3596005"/>
          <a:ext cx="1535430" cy="385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810"/>
                <a:gridCol w="511810"/>
                <a:gridCol w="511810"/>
              </a:tblGrid>
              <a:tr h="3854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Elbow Connector 20"/>
          <p:cNvCxnSpPr>
            <a:stCxn id="19" idx="3"/>
            <a:endCxn id="20" idx="0"/>
          </p:cNvCxnSpPr>
          <p:nvPr/>
        </p:nvCxnSpPr>
        <p:spPr>
          <a:xfrm>
            <a:off x="5497195" y="3199130"/>
            <a:ext cx="1127760" cy="3968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286777" y="503919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Straight Arrow Connector 30"/>
          <p:cNvCxnSpPr>
            <a:stCxn id="28" idx="3"/>
          </p:cNvCxnSpPr>
          <p:nvPr/>
        </p:nvCxnSpPr>
        <p:spPr>
          <a:xfrm flipV="1">
            <a:off x="1640840" y="5215255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568700" y="3815715"/>
          <a:ext cx="71818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18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rec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Elbow Connector 38"/>
          <p:cNvCxnSpPr>
            <a:stCxn id="38" idx="3"/>
          </p:cNvCxnSpPr>
          <p:nvPr/>
        </p:nvCxnSpPr>
        <p:spPr>
          <a:xfrm>
            <a:off x="4286885" y="4001135"/>
            <a:ext cx="772160" cy="10039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20" idx="3"/>
            <a:endCxn id="14" idx="0"/>
          </p:cNvCxnSpPr>
          <p:nvPr/>
        </p:nvCxnSpPr>
        <p:spPr>
          <a:xfrm>
            <a:off x="7392670" y="3789045"/>
            <a:ext cx="848995" cy="125031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1"/>
          <p:cNvSpPr>
            <a:spLocks noGrp="1"/>
          </p:cNvSpPr>
          <p:nvPr/>
        </p:nvSpPr>
        <p:spPr>
          <a:xfrm>
            <a:off x="2474595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 flipV="1">
            <a:off x="3103245" y="552259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1"/>
          <p:cNvSpPr>
            <a:spLocks noGrp="1"/>
          </p:cNvSpPr>
          <p:nvPr/>
        </p:nvSpPr>
        <p:spPr>
          <a:xfrm>
            <a:off x="7527290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8155940" y="552259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After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InsertAfter(in/out L : List; input Prec,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P→n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ext 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P→prev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Prec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2479040" y="4824095"/>
          <a:ext cx="1520190" cy="475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730"/>
                <a:gridCol w="506730"/>
                <a:gridCol w="506730"/>
              </a:tblGrid>
              <a:tr h="4756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/>
          <p:nvPr/>
        </p:nvGraphicFramePr>
        <p:xfrm>
          <a:off x="4454525" y="4848225"/>
          <a:ext cx="1520190" cy="475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730"/>
                <a:gridCol w="506730"/>
                <a:gridCol w="506730"/>
              </a:tblGrid>
              <a:tr h="47561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7532370" y="4858385"/>
          <a:ext cx="1520190" cy="475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730"/>
                <a:gridCol w="506730"/>
                <a:gridCol w="506730"/>
              </a:tblGrid>
              <a:tr h="47561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5" name="Straight Arrow Connector 14"/>
          <p:cNvCxnSpPr/>
          <p:nvPr/>
        </p:nvCxnSpPr>
        <p:spPr>
          <a:xfrm>
            <a:off x="3736340" y="493712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829685" y="512889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725160" y="4937125"/>
            <a:ext cx="18072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5818505" y="5128895"/>
            <a:ext cx="189039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201070" y="283304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5915660" y="3415030"/>
          <a:ext cx="1520190" cy="475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730"/>
                <a:gridCol w="506730"/>
                <a:gridCol w="506730"/>
              </a:tblGrid>
              <a:tr h="47561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Elbow Connector 20"/>
          <p:cNvCxnSpPr>
            <a:stCxn id="19" idx="3"/>
            <a:endCxn id="20" idx="0"/>
          </p:cNvCxnSpPr>
          <p:nvPr/>
        </p:nvCxnSpPr>
        <p:spPr>
          <a:xfrm>
            <a:off x="5555615" y="3018155"/>
            <a:ext cx="1120140" cy="3968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345197" y="485822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Straight Arrow Connector 30"/>
          <p:cNvCxnSpPr>
            <a:stCxn id="28" idx="3"/>
          </p:cNvCxnSpPr>
          <p:nvPr/>
        </p:nvCxnSpPr>
        <p:spPr>
          <a:xfrm flipV="1">
            <a:off x="1699260" y="503428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627120" y="3634740"/>
          <a:ext cx="71818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18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rec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Elbow Connector 38"/>
          <p:cNvCxnSpPr>
            <a:stCxn id="38" idx="3"/>
          </p:cNvCxnSpPr>
          <p:nvPr/>
        </p:nvCxnSpPr>
        <p:spPr>
          <a:xfrm>
            <a:off x="4345305" y="3820160"/>
            <a:ext cx="772160" cy="10039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20" idx="3"/>
            <a:endCxn id="14" idx="0"/>
          </p:cNvCxnSpPr>
          <p:nvPr/>
        </p:nvCxnSpPr>
        <p:spPr>
          <a:xfrm>
            <a:off x="7435850" y="3653155"/>
            <a:ext cx="856615" cy="120523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/>
          <p:cNvCxnSpPr/>
          <p:nvPr/>
        </p:nvCxnSpPr>
        <p:spPr>
          <a:xfrm rot="10800000" flipV="1">
            <a:off x="5418455" y="3605530"/>
            <a:ext cx="497205" cy="121856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1"/>
          <p:cNvSpPr>
            <a:spLocks noGrp="1"/>
          </p:cNvSpPr>
          <p:nvPr/>
        </p:nvSpPr>
        <p:spPr>
          <a:xfrm>
            <a:off x="2533015" y="571055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161665" y="529145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"/>
          <p:cNvSpPr>
            <a:spLocks noGrp="1"/>
          </p:cNvSpPr>
          <p:nvPr/>
        </p:nvSpPr>
        <p:spPr>
          <a:xfrm>
            <a:off x="7586345" y="575691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8214995" y="533781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After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InsertAfter(in/out L : List; input Prec,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P→n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ext 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P→prev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Prec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P→next→p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rev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P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2458720" y="4824730"/>
          <a:ext cx="1485900" cy="419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/>
                <a:gridCol w="495300"/>
                <a:gridCol w="495300"/>
              </a:tblGrid>
              <a:tr h="4197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/>
          <p:nvPr/>
        </p:nvGraphicFramePr>
        <p:xfrm>
          <a:off x="4434205" y="4848860"/>
          <a:ext cx="1485900" cy="419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/>
                <a:gridCol w="495300"/>
                <a:gridCol w="495300"/>
              </a:tblGrid>
              <a:tr h="41973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7512050" y="4859020"/>
          <a:ext cx="1485900" cy="419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/>
                <a:gridCol w="495300"/>
                <a:gridCol w="495300"/>
              </a:tblGrid>
              <a:tr h="41973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5" name="Straight Arrow Connector 14"/>
          <p:cNvCxnSpPr/>
          <p:nvPr/>
        </p:nvCxnSpPr>
        <p:spPr>
          <a:xfrm>
            <a:off x="3837940" y="491426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931285" y="510603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826760" y="4914265"/>
            <a:ext cx="18072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302670" y="281018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5895340" y="3415665"/>
          <a:ext cx="1485900" cy="419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/>
                <a:gridCol w="495300"/>
                <a:gridCol w="495300"/>
              </a:tblGrid>
              <a:tr h="41973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Elbow Connector 20"/>
          <p:cNvCxnSpPr>
            <a:stCxn id="19" idx="3"/>
            <a:endCxn id="20" idx="0"/>
          </p:cNvCxnSpPr>
          <p:nvPr/>
        </p:nvCxnSpPr>
        <p:spPr>
          <a:xfrm>
            <a:off x="5657215" y="2995295"/>
            <a:ext cx="981075" cy="42037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446797" y="483536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Straight Arrow Connector 30"/>
          <p:cNvCxnSpPr>
            <a:stCxn id="28" idx="3"/>
          </p:cNvCxnSpPr>
          <p:nvPr/>
        </p:nvCxnSpPr>
        <p:spPr>
          <a:xfrm flipV="1">
            <a:off x="1800860" y="501142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728720" y="3611880"/>
          <a:ext cx="71818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18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rec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Elbow Connector 38"/>
          <p:cNvCxnSpPr>
            <a:stCxn id="38" idx="3"/>
          </p:cNvCxnSpPr>
          <p:nvPr/>
        </p:nvCxnSpPr>
        <p:spPr>
          <a:xfrm>
            <a:off x="4446905" y="3797300"/>
            <a:ext cx="772160" cy="10039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20" idx="3"/>
            <a:endCxn id="14" idx="0"/>
          </p:cNvCxnSpPr>
          <p:nvPr/>
        </p:nvCxnSpPr>
        <p:spPr>
          <a:xfrm>
            <a:off x="7381240" y="3625850"/>
            <a:ext cx="873760" cy="123317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/>
          <p:cNvCxnSpPr/>
          <p:nvPr/>
        </p:nvCxnSpPr>
        <p:spPr>
          <a:xfrm rot="10800000" flipV="1">
            <a:off x="5520055" y="3582670"/>
            <a:ext cx="497205" cy="121856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/>
          <p:cNvCxnSpPr/>
          <p:nvPr/>
        </p:nvCxnSpPr>
        <p:spPr>
          <a:xfrm rot="16200000" flipV="1">
            <a:off x="7051675" y="3888105"/>
            <a:ext cx="980440" cy="798830"/>
          </a:xfrm>
          <a:prstGeom prst="bentConnector3">
            <a:avLst>
              <a:gd name="adj1" fmla="val 49935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1"/>
          <p:cNvSpPr>
            <a:spLocks noGrp="1"/>
          </p:cNvSpPr>
          <p:nvPr/>
        </p:nvSpPr>
        <p:spPr>
          <a:xfrm>
            <a:off x="2634615" y="571055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263265" y="529145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"/>
          <p:cNvSpPr>
            <a:spLocks noGrp="1"/>
          </p:cNvSpPr>
          <p:nvPr/>
        </p:nvSpPr>
        <p:spPr>
          <a:xfrm>
            <a:off x="7687945" y="571055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8316595" y="528574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Insert After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InsertAfter(in/out L : List; input Prec,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P→n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ext 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P→prev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Prec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P→next→p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rev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P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Prec→next 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P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2456180" y="4816475"/>
          <a:ext cx="150304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015"/>
                <a:gridCol w="501015"/>
                <a:gridCol w="50101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/>
          <p:nvPr/>
        </p:nvGraphicFramePr>
        <p:xfrm>
          <a:off x="4431665" y="4840605"/>
          <a:ext cx="150304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015"/>
                <a:gridCol w="501015"/>
                <a:gridCol w="50101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7509510" y="4850765"/>
          <a:ext cx="150304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015"/>
                <a:gridCol w="501015"/>
                <a:gridCol w="50101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5" name="Straight Arrow Connector 14"/>
          <p:cNvCxnSpPr/>
          <p:nvPr/>
        </p:nvCxnSpPr>
        <p:spPr>
          <a:xfrm>
            <a:off x="3852545" y="492950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945890" y="512127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317275" y="282542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5892800" y="3407410"/>
          <a:ext cx="150304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015"/>
                <a:gridCol w="501015"/>
                <a:gridCol w="50101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Elbow Connector 20"/>
          <p:cNvCxnSpPr>
            <a:stCxn id="19" idx="3"/>
            <a:endCxn id="20" idx="0"/>
          </p:cNvCxnSpPr>
          <p:nvPr/>
        </p:nvCxnSpPr>
        <p:spPr>
          <a:xfrm>
            <a:off x="5671820" y="3010535"/>
            <a:ext cx="972820" cy="3968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461402" y="485060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Straight Arrow Connector 30"/>
          <p:cNvCxnSpPr>
            <a:stCxn id="28" idx="3"/>
          </p:cNvCxnSpPr>
          <p:nvPr/>
        </p:nvCxnSpPr>
        <p:spPr>
          <a:xfrm flipV="1">
            <a:off x="1815465" y="502666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743325" y="3627120"/>
          <a:ext cx="71818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18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rec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Elbow Connector 38"/>
          <p:cNvCxnSpPr>
            <a:stCxn id="38" idx="3"/>
          </p:cNvCxnSpPr>
          <p:nvPr/>
        </p:nvCxnSpPr>
        <p:spPr>
          <a:xfrm>
            <a:off x="4461510" y="3812540"/>
            <a:ext cx="772160" cy="10039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20" idx="3"/>
            <a:endCxn id="14" idx="0"/>
          </p:cNvCxnSpPr>
          <p:nvPr/>
        </p:nvCxnSpPr>
        <p:spPr>
          <a:xfrm>
            <a:off x="7395845" y="3597910"/>
            <a:ext cx="865505" cy="125285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/>
          <p:cNvCxnSpPr/>
          <p:nvPr/>
        </p:nvCxnSpPr>
        <p:spPr>
          <a:xfrm rot="10800000" flipV="1">
            <a:off x="5534660" y="3597910"/>
            <a:ext cx="497205" cy="121856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/>
          <p:cNvCxnSpPr>
            <a:stCxn id="14" idx="1"/>
          </p:cNvCxnSpPr>
          <p:nvPr/>
        </p:nvCxnSpPr>
        <p:spPr>
          <a:xfrm rot="10800000">
            <a:off x="7018020" y="3812540"/>
            <a:ext cx="491490" cy="122872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13" idx="3"/>
          </p:cNvCxnSpPr>
          <p:nvPr/>
        </p:nvCxnSpPr>
        <p:spPr>
          <a:xfrm flipV="1">
            <a:off x="5934710" y="3812540"/>
            <a:ext cx="365125" cy="121856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"/>
          <p:cNvSpPr>
            <a:spLocks noGrp="1"/>
          </p:cNvSpPr>
          <p:nvPr/>
        </p:nvSpPr>
        <p:spPr>
          <a:xfrm>
            <a:off x="2649220" y="568134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3277870" y="526224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1"/>
          <p:cNvSpPr>
            <a:spLocks noGrp="1"/>
          </p:cNvSpPr>
          <p:nvPr/>
        </p:nvSpPr>
        <p:spPr>
          <a:xfrm>
            <a:off x="7702550" y="572770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8331200" y="530860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845" y="1610360"/>
            <a:ext cx="1369695" cy="14001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first</a:t>
            </a:r>
            <a:endParaRPr lang="en-US" b="1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elemen pertama dari sebuah List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  <a:endParaRPr lang="en-US" b="1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elemen terakhir dari sebuah List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after</a:t>
            </a:r>
            <a:endParaRPr lang="en-US" b="1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/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 elemen pada posisi tertentu dari sebuah List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elemen dari List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2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9530" y="4946650"/>
            <a:ext cx="1064895" cy="1088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 elemen pertama dari List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DeleteFirst(in/out L : List, out P : Address)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First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srgbClr val="FFFFFF"/>
            </a:duotone>
          </a:blip>
          <a:stretch>
            <a:fillRect/>
          </a:stretch>
        </p:blipFill>
        <p:spPr>
          <a:xfrm rot="10800000" flipH="1">
            <a:off x="907415" y="3644265"/>
            <a:ext cx="435610" cy="835025"/>
          </a:xfrm>
          <a:prstGeom prst="rect">
            <a:avLst/>
          </a:prstGeom>
        </p:spPr>
      </p:pic>
      <p:graphicFrame>
        <p:nvGraphicFramePr>
          <p:cNvPr id="12" name="Table 11"/>
          <p:cNvGraphicFramePr/>
          <p:nvPr/>
        </p:nvGraphicFramePr>
        <p:xfrm>
          <a:off x="3027680" y="5762625"/>
          <a:ext cx="15754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/>
          <p:nvPr/>
        </p:nvGraphicFramePr>
        <p:xfrm>
          <a:off x="5003165" y="5786755"/>
          <a:ext cx="15754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6976745" y="5786755"/>
          <a:ext cx="15754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5" name="Straight Arrow Connector 14"/>
          <p:cNvCxnSpPr/>
          <p:nvPr/>
        </p:nvCxnSpPr>
        <p:spPr>
          <a:xfrm>
            <a:off x="4496435" y="5875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4589780" y="6067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485255" y="587565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6578600" y="606742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8435" y="4559607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1131570" y="5141595"/>
          <a:ext cx="15754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Elbow Connector 20"/>
          <p:cNvCxnSpPr>
            <a:stCxn id="19" idx="3"/>
            <a:endCxn id="20" idx="0"/>
          </p:cNvCxnSpPr>
          <p:nvPr/>
        </p:nvCxnSpPr>
        <p:spPr>
          <a:xfrm>
            <a:off x="982980" y="4744720"/>
            <a:ext cx="936625" cy="3968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105292" y="579675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3" name="Straight Arrow Connector 22"/>
          <p:cNvCxnSpPr>
            <a:stCxn id="22" idx="3"/>
          </p:cNvCxnSpPr>
          <p:nvPr/>
        </p:nvCxnSpPr>
        <p:spPr>
          <a:xfrm flipV="1">
            <a:off x="2459355" y="597281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/>
          <p:cNvGraphicFramePr/>
          <p:nvPr/>
        </p:nvGraphicFramePr>
        <p:xfrm>
          <a:off x="3337560" y="3239135"/>
          <a:ext cx="15754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/>
          <p:nvPr/>
        </p:nvGraphicFramePr>
        <p:xfrm>
          <a:off x="5313045" y="3263265"/>
          <a:ext cx="15754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/>
          <p:nvPr/>
        </p:nvGraphicFramePr>
        <p:xfrm>
          <a:off x="7286625" y="3263265"/>
          <a:ext cx="15754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7" name="Straight Arrow Connector 26"/>
          <p:cNvCxnSpPr/>
          <p:nvPr/>
        </p:nvCxnSpPr>
        <p:spPr>
          <a:xfrm>
            <a:off x="4806315" y="335216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4899660" y="354393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795135" y="335216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6888480" y="354393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/>
          <p:cNvGraphicFramePr/>
          <p:nvPr/>
        </p:nvGraphicFramePr>
        <p:xfrm>
          <a:off x="1379220" y="3239135"/>
          <a:ext cx="157543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>
            <a:off x="2861310" y="335216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2954655" y="354393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56832" y="324849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7" name="Straight Arrow Connector 36"/>
          <p:cNvCxnSpPr>
            <a:stCxn id="35" idx="3"/>
          </p:cNvCxnSpPr>
          <p:nvPr/>
        </p:nvCxnSpPr>
        <p:spPr>
          <a:xfrm flipV="1">
            <a:off x="810895" y="3424555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First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DeleteFirst(in/out L : List, out P : Address)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P </a:t>
            </a:r>
            <a:r>
              <a:rPr lang="en-US" sz="20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irst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3464560" y="4996815"/>
          <a:ext cx="150685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285"/>
                <a:gridCol w="502285"/>
                <a:gridCol w="50228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5440045" y="5020945"/>
          <a:ext cx="150685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285"/>
                <a:gridCol w="502285"/>
                <a:gridCol w="50228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/>
          <p:nvPr/>
        </p:nvGraphicFramePr>
        <p:xfrm>
          <a:off x="7413625" y="5020945"/>
          <a:ext cx="150685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285"/>
                <a:gridCol w="502285"/>
                <a:gridCol w="50228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4864735" y="510984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4958080" y="530161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853555" y="510984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6946900" y="530161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/>
          <p:nvPr/>
        </p:nvGraphicFramePr>
        <p:xfrm>
          <a:off x="1506220" y="4996815"/>
          <a:ext cx="150685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285"/>
                <a:gridCol w="502285"/>
                <a:gridCol w="50228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>
            <a:off x="2919730" y="510984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3013075" y="530161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15252" y="500617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Straight Arrow Connector 38"/>
          <p:cNvCxnSpPr>
            <a:stCxn id="36" idx="3"/>
          </p:cNvCxnSpPr>
          <p:nvPr/>
        </p:nvCxnSpPr>
        <p:spPr>
          <a:xfrm flipV="1">
            <a:off x="869315" y="5182235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"/>
          <p:cNvSpPr>
            <a:spLocks noGrp="1"/>
          </p:cNvSpPr>
          <p:nvPr/>
        </p:nvSpPr>
        <p:spPr>
          <a:xfrm>
            <a:off x="1756410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2385060" y="552259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"/>
          <p:cNvSpPr>
            <a:spLocks noGrp="1"/>
          </p:cNvSpPr>
          <p:nvPr/>
        </p:nvSpPr>
        <p:spPr>
          <a:xfrm>
            <a:off x="7610475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8239125" y="552259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2195615" y="405351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4" name="Straight Arrow Connector 53"/>
          <p:cNvCxnSpPr>
            <a:stCxn id="52" idx="2"/>
          </p:cNvCxnSpPr>
          <p:nvPr/>
        </p:nvCxnSpPr>
        <p:spPr>
          <a:xfrm>
            <a:off x="2372995" y="4424045"/>
            <a:ext cx="0" cy="530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First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DeleteFirst(in/out L : List, out P : Address)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</a:t>
            </a:r>
            <a:r>
              <a:rPr lang="en-US" sz="20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irst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L.first 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P→n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ext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3384550" y="4996815"/>
          <a:ext cx="15868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955"/>
                <a:gridCol w="528955"/>
                <a:gridCol w="52895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5360035" y="5020945"/>
          <a:ext cx="15868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955"/>
                <a:gridCol w="528955"/>
                <a:gridCol w="52895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/>
          <p:nvPr/>
        </p:nvGraphicFramePr>
        <p:xfrm>
          <a:off x="7333615" y="5020945"/>
          <a:ext cx="15868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955"/>
                <a:gridCol w="528955"/>
                <a:gridCol w="52895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4864735" y="510984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4958080" y="530161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853555" y="510984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6946900" y="530161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/>
          <p:nvPr/>
        </p:nvGraphicFramePr>
        <p:xfrm>
          <a:off x="1426210" y="4996815"/>
          <a:ext cx="15868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955"/>
                <a:gridCol w="528955"/>
                <a:gridCol w="52895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>
            <a:off x="2919730" y="510984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3013075" y="530161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15252" y="500617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Straight Arrow Connector 38"/>
          <p:cNvCxnSpPr>
            <a:stCxn id="36" idx="3"/>
          </p:cNvCxnSpPr>
          <p:nvPr/>
        </p:nvCxnSpPr>
        <p:spPr>
          <a:xfrm flipV="1">
            <a:off x="869315" y="5182235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"/>
          <p:cNvSpPr>
            <a:spLocks noGrp="1"/>
          </p:cNvSpPr>
          <p:nvPr/>
        </p:nvSpPr>
        <p:spPr>
          <a:xfrm>
            <a:off x="3660775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4289425" y="552259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"/>
          <p:cNvSpPr>
            <a:spLocks noGrp="1"/>
          </p:cNvSpPr>
          <p:nvPr/>
        </p:nvSpPr>
        <p:spPr>
          <a:xfrm>
            <a:off x="7610475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8239125" y="552259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2195615" y="405351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4" name="Straight Arrow Connector 53"/>
          <p:cNvCxnSpPr>
            <a:stCxn id="52" idx="2"/>
          </p:cNvCxnSpPr>
          <p:nvPr/>
        </p:nvCxnSpPr>
        <p:spPr>
          <a:xfrm>
            <a:off x="2372995" y="4424045"/>
            <a:ext cx="0" cy="530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First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DeleteFirst(in/out L : List, out P : Address)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</a:t>
            </a:r>
            <a:r>
              <a:rPr lang="en-US" sz="20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irst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L.first 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P→n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ext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P→next </a:t>
            </a:r>
            <a:r>
              <a:rPr lang="en-US" sz="20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NIL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3409315" y="4996815"/>
          <a:ext cx="1562100" cy="366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/>
                <a:gridCol w="520700"/>
                <a:gridCol w="520700"/>
              </a:tblGrid>
              <a:tr h="36639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5384800" y="5020945"/>
          <a:ext cx="1562100" cy="366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/>
                <a:gridCol w="520700"/>
                <a:gridCol w="520700"/>
              </a:tblGrid>
              <a:tr h="36639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/>
          <p:nvPr/>
        </p:nvGraphicFramePr>
        <p:xfrm>
          <a:off x="7358380" y="5020945"/>
          <a:ext cx="1562100" cy="366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/>
                <a:gridCol w="520700"/>
                <a:gridCol w="520700"/>
              </a:tblGrid>
              <a:tr h="36639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4864735" y="510984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4958080" y="530161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853555" y="510984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6946900" y="530161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/>
          <p:nvPr/>
        </p:nvGraphicFramePr>
        <p:xfrm>
          <a:off x="1450975" y="4996815"/>
          <a:ext cx="1562100" cy="366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/>
                <a:gridCol w="520700"/>
                <a:gridCol w="520700"/>
              </a:tblGrid>
              <a:tr h="3663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flipH="1">
            <a:off x="3013075" y="530161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15252" y="500617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Straight Arrow Connector 38"/>
          <p:cNvCxnSpPr>
            <a:stCxn id="36" idx="3"/>
          </p:cNvCxnSpPr>
          <p:nvPr/>
        </p:nvCxnSpPr>
        <p:spPr>
          <a:xfrm flipV="1">
            <a:off x="869315" y="5182235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"/>
          <p:cNvSpPr>
            <a:spLocks noGrp="1"/>
          </p:cNvSpPr>
          <p:nvPr/>
        </p:nvSpPr>
        <p:spPr>
          <a:xfrm>
            <a:off x="3660775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4289425" y="552259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"/>
          <p:cNvSpPr>
            <a:spLocks noGrp="1"/>
          </p:cNvSpPr>
          <p:nvPr/>
        </p:nvSpPr>
        <p:spPr>
          <a:xfrm>
            <a:off x="7610475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8239125" y="552259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2195615" y="405351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4" name="Straight Arrow Connector 53"/>
          <p:cNvCxnSpPr>
            <a:stCxn id="52" idx="2"/>
          </p:cNvCxnSpPr>
          <p:nvPr/>
        </p:nvCxnSpPr>
        <p:spPr>
          <a:xfrm>
            <a:off x="2372995" y="4424045"/>
            <a:ext cx="0" cy="530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First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DeleteFirst(in/out L : List, out P : Address)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</a:t>
            </a:r>
            <a:r>
              <a:rPr lang="en-US" sz="20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irst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L.first 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P→n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ext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P→next </a:t>
            </a:r>
            <a:r>
              <a:rPr lang="en-US" sz="20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NIL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(L.first)→prev =</a:t>
            </a: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NIL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3422650" y="4996815"/>
          <a:ext cx="15487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516255"/>
                <a:gridCol w="51625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5398135" y="5020945"/>
          <a:ext cx="15487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516255"/>
                <a:gridCol w="51625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/>
          <p:nvPr/>
        </p:nvGraphicFramePr>
        <p:xfrm>
          <a:off x="7371715" y="5020945"/>
          <a:ext cx="15487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516255"/>
                <a:gridCol w="51625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4864735" y="510984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4958080" y="530161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853555" y="510984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6946900" y="530161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/>
          <p:nvPr/>
        </p:nvGraphicFramePr>
        <p:xfrm>
          <a:off x="205105" y="4996815"/>
          <a:ext cx="15487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255"/>
                <a:gridCol w="516255"/>
                <a:gridCol w="51625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2297062" y="500300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Content Placeholder 1"/>
          <p:cNvSpPr>
            <a:spLocks noGrp="1"/>
          </p:cNvSpPr>
          <p:nvPr/>
        </p:nvSpPr>
        <p:spPr>
          <a:xfrm>
            <a:off x="3660775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4289425" y="552259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"/>
          <p:cNvSpPr>
            <a:spLocks noGrp="1"/>
          </p:cNvSpPr>
          <p:nvPr/>
        </p:nvSpPr>
        <p:spPr>
          <a:xfrm>
            <a:off x="7610475" y="594169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8239125" y="552259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936410" y="405351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4" name="Straight Arrow Connector 53"/>
          <p:cNvCxnSpPr>
            <a:stCxn id="52" idx="2"/>
          </p:cNvCxnSpPr>
          <p:nvPr/>
        </p:nvCxnSpPr>
        <p:spPr>
          <a:xfrm>
            <a:off x="1113790" y="4424045"/>
            <a:ext cx="0" cy="530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36" idx="3"/>
            <a:endCxn id="13" idx="1"/>
          </p:cNvCxnSpPr>
          <p:nvPr/>
        </p:nvCxnSpPr>
        <p:spPr>
          <a:xfrm flipV="1">
            <a:off x="2651125" y="5179695"/>
            <a:ext cx="77152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820" y="1978025"/>
            <a:ext cx="1369695" cy="14001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 elemen terakhir dari List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DeleteLast(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out P : Address)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srgbClr val="FFFFFF"/>
            </a:duotone>
          </a:blip>
          <a:stretch>
            <a:fillRect/>
          </a:stretch>
        </p:blipFill>
        <p:spPr>
          <a:xfrm rot="10800000" flipH="1">
            <a:off x="1532255" y="3865245"/>
            <a:ext cx="435610" cy="835025"/>
          </a:xfrm>
          <a:prstGeom prst="rect">
            <a:avLst/>
          </a:prstGeom>
        </p:spPr>
      </p:pic>
      <p:graphicFrame>
        <p:nvGraphicFramePr>
          <p:cNvPr id="53" name="Table 52"/>
          <p:cNvGraphicFramePr/>
          <p:nvPr/>
        </p:nvGraphicFramePr>
        <p:xfrm>
          <a:off x="3280410" y="5903595"/>
          <a:ext cx="17354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485"/>
                <a:gridCol w="578485"/>
                <a:gridCol w="5784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" name="Table 53"/>
          <p:cNvGraphicFramePr/>
          <p:nvPr/>
        </p:nvGraphicFramePr>
        <p:xfrm>
          <a:off x="5255895" y="5927725"/>
          <a:ext cx="17354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485"/>
                <a:gridCol w="578485"/>
                <a:gridCol w="5784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54"/>
          <p:cNvGraphicFramePr/>
          <p:nvPr/>
        </p:nvGraphicFramePr>
        <p:xfrm>
          <a:off x="7229475" y="5927725"/>
          <a:ext cx="17354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485"/>
                <a:gridCol w="578485"/>
                <a:gridCol w="5784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>
            <a:off x="4685665" y="601662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4779010" y="620839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6674485" y="601662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>
            <a:off x="6767830" y="620839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817665" y="4700577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9" name="Table 58"/>
          <p:cNvGraphicFramePr/>
          <p:nvPr/>
        </p:nvGraphicFramePr>
        <p:xfrm>
          <a:off x="1384300" y="5282565"/>
          <a:ext cx="17354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485"/>
                <a:gridCol w="578485"/>
                <a:gridCol w="5784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60" name="Elbow Connector 59"/>
          <p:cNvCxnSpPr>
            <a:stCxn id="58" idx="3"/>
            <a:endCxn id="59" idx="0"/>
          </p:cNvCxnSpPr>
          <p:nvPr/>
        </p:nvCxnSpPr>
        <p:spPr>
          <a:xfrm>
            <a:off x="1172210" y="4885690"/>
            <a:ext cx="1080135" cy="3968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2294522" y="593772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2" name="Straight Arrow Connector 61"/>
          <p:cNvCxnSpPr>
            <a:stCxn id="61" idx="3"/>
          </p:cNvCxnSpPr>
          <p:nvPr/>
        </p:nvCxnSpPr>
        <p:spPr>
          <a:xfrm flipV="1">
            <a:off x="2648585" y="611378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le 74"/>
          <p:cNvGraphicFramePr/>
          <p:nvPr/>
        </p:nvGraphicFramePr>
        <p:xfrm>
          <a:off x="3408045" y="3439795"/>
          <a:ext cx="17354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485"/>
                <a:gridCol w="578485"/>
                <a:gridCol w="5784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Table 75"/>
          <p:cNvGraphicFramePr/>
          <p:nvPr/>
        </p:nvGraphicFramePr>
        <p:xfrm>
          <a:off x="5383530" y="3463925"/>
          <a:ext cx="17354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485"/>
                <a:gridCol w="578485"/>
                <a:gridCol w="5784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76"/>
          <p:cNvGraphicFramePr/>
          <p:nvPr/>
        </p:nvGraphicFramePr>
        <p:xfrm>
          <a:off x="7357110" y="3463925"/>
          <a:ext cx="17354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485"/>
                <a:gridCol w="578485"/>
                <a:gridCol w="5784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78" name="Straight Arrow Connector 77"/>
          <p:cNvCxnSpPr/>
          <p:nvPr/>
        </p:nvCxnSpPr>
        <p:spPr>
          <a:xfrm>
            <a:off x="4813300" y="355282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4906645" y="374459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6802120" y="355282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>
            <a:off x="6895465" y="374459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Table 81"/>
          <p:cNvGraphicFramePr/>
          <p:nvPr/>
        </p:nvGraphicFramePr>
        <p:xfrm>
          <a:off x="1449705" y="3439795"/>
          <a:ext cx="17354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485"/>
                <a:gridCol w="578485"/>
                <a:gridCol w="5784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Arrow Connector 82"/>
          <p:cNvCxnSpPr/>
          <p:nvPr/>
        </p:nvCxnSpPr>
        <p:spPr>
          <a:xfrm>
            <a:off x="2868295" y="355282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H="1">
            <a:off x="2961640" y="374459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463817" y="344915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6" name="Straight Arrow Connector 85"/>
          <p:cNvCxnSpPr>
            <a:stCxn id="85" idx="3"/>
          </p:cNvCxnSpPr>
          <p:nvPr/>
        </p:nvCxnSpPr>
        <p:spPr>
          <a:xfrm flipV="1">
            <a:off x="817880" y="3625215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DeleteLast(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out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L.l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ast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75" name="Table 74"/>
          <p:cNvGraphicFramePr/>
          <p:nvPr/>
        </p:nvGraphicFramePr>
        <p:xfrm>
          <a:off x="3357880" y="5086350"/>
          <a:ext cx="1590675" cy="419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530225"/>
                <a:gridCol w="530225"/>
              </a:tblGrid>
              <a:tr h="41973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Table 75"/>
          <p:cNvGraphicFramePr/>
          <p:nvPr/>
        </p:nvGraphicFramePr>
        <p:xfrm>
          <a:off x="5333365" y="5110480"/>
          <a:ext cx="1590675" cy="419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530225"/>
                <a:gridCol w="530225"/>
              </a:tblGrid>
              <a:tr h="41973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76"/>
          <p:cNvGraphicFramePr/>
          <p:nvPr/>
        </p:nvGraphicFramePr>
        <p:xfrm>
          <a:off x="7306945" y="5110480"/>
          <a:ext cx="1590675" cy="419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530225"/>
                <a:gridCol w="530225"/>
              </a:tblGrid>
              <a:tr h="41973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78" name="Straight Arrow Connector 77"/>
          <p:cNvCxnSpPr/>
          <p:nvPr/>
        </p:nvCxnSpPr>
        <p:spPr>
          <a:xfrm>
            <a:off x="4744085" y="51993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4837430" y="53911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6732905" y="51993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>
            <a:off x="6826250" y="53911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Table 81"/>
          <p:cNvGraphicFramePr/>
          <p:nvPr/>
        </p:nvGraphicFramePr>
        <p:xfrm>
          <a:off x="1399540" y="5086350"/>
          <a:ext cx="1590675" cy="419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530225"/>
                <a:gridCol w="530225"/>
              </a:tblGrid>
              <a:tr h="4197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Arrow Connector 82"/>
          <p:cNvCxnSpPr/>
          <p:nvPr/>
        </p:nvCxnSpPr>
        <p:spPr>
          <a:xfrm>
            <a:off x="2799080" y="51993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H="1">
            <a:off x="2892425" y="53911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394602" y="50957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6" name="Straight Arrow Connector 85"/>
          <p:cNvCxnSpPr>
            <a:stCxn id="85" idx="3"/>
          </p:cNvCxnSpPr>
          <p:nvPr/>
        </p:nvCxnSpPr>
        <p:spPr>
          <a:xfrm flipV="1">
            <a:off x="748665" y="525780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"/>
          <p:cNvSpPr>
            <a:spLocks noGrp="1"/>
          </p:cNvSpPr>
          <p:nvPr/>
        </p:nvSpPr>
        <p:spPr>
          <a:xfrm>
            <a:off x="1582420" y="601853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2211070" y="559943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"/>
          <p:cNvSpPr>
            <a:spLocks noGrp="1"/>
          </p:cNvSpPr>
          <p:nvPr/>
        </p:nvSpPr>
        <p:spPr>
          <a:xfrm>
            <a:off x="7435215" y="601853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8063865" y="559943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7938555" y="416273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Straight Arrow Connector 6"/>
          <p:cNvCxnSpPr>
            <a:stCxn id="58" idx="2"/>
            <a:endCxn id="77" idx="0"/>
          </p:cNvCxnSpPr>
          <p:nvPr/>
        </p:nvCxnSpPr>
        <p:spPr>
          <a:xfrm flipH="1">
            <a:off x="8102600" y="4533265"/>
            <a:ext cx="13335" cy="5772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DeleteLast(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out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L.l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ast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L.last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L.last→p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rev</a:t>
            </a: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75" name="Table 74"/>
          <p:cNvGraphicFramePr/>
          <p:nvPr/>
        </p:nvGraphicFramePr>
        <p:xfrm>
          <a:off x="3369945" y="5086350"/>
          <a:ext cx="1592580" cy="42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860"/>
                <a:gridCol w="530860"/>
                <a:gridCol w="530860"/>
              </a:tblGrid>
              <a:tr h="42037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Table 75"/>
          <p:cNvGraphicFramePr/>
          <p:nvPr/>
        </p:nvGraphicFramePr>
        <p:xfrm>
          <a:off x="5345430" y="5110480"/>
          <a:ext cx="1592580" cy="42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860"/>
                <a:gridCol w="530860"/>
                <a:gridCol w="530860"/>
              </a:tblGrid>
              <a:tr h="42037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76"/>
          <p:cNvGraphicFramePr/>
          <p:nvPr/>
        </p:nvGraphicFramePr>
        <p:xfrm>
          <a:off x="7319010" y="5110480"/>
          <a:ext cx="1592580" cy="42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860"/>
                <a:gridCol w="530860"/>
                <a:gridCol w="530860"/>
              </a:tblGrid>
              <a:tr h="42037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78" name="Straight Arrow Connector 77"/>
          <p:cNvCxnSpPr/>
          <p:nvPr/>
        </p:nvCxnSpPr>
        <p:spPr>
          <a:xfrm>
            <a:off x="4744085" y="51993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4837430" y="53911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6732905" y="51993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>
            <a:off x="6826250" y="53911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Table 81"/>
          <p:cNvGraphicFramePr/>
          <p:nvPr/>
        </p:nvGraphicFramePr>
        <p:xfrm>
          <a:off x="1411605" y="5086350"/>
          <a:ext cx="1592580" cy="42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860"/>
                <a:gridCol w="530860"/>
                <a:gridCol w="530860"/>
              </a:tblGrid>
              <a:tr h="4203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Arrow Connector 82"/>
          <p:cNvCxnSpPr/>
          <p:nvPr/>
        </p:nvCxnSpPr>
        <p:spPr>
          <a:xfrm>
            <a:off x="2799080" y="51993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H="1">
            <a:off x="2892425" y="53911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394602" y="50957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6" name="Straight Arrow Connector 85"/>
          <p:cNvCxnSpPr>
            <a:stCxn id="85" idx="3"/>
          </p:cNvCxnSpPr>
          <p:nvPr/>
        </p:nvCxnSpPr>
        <p:spPr>
          <a:xfrm flipV="1">
            <a:off x="748665" y="525780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"/>
          <p:cNvSpPr>
            <a:spLocks noGrp="1"/>
          </p:cNvSpPr>
          <p:nvPr/>
        </p:nvSpPr>
        <p:spPr>
          <a:xfrm>
            <a:off x="1582420" y="601853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2211070" y="559943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"/>
          <p:cNvSpPr>
            <a:spLocks noGrp="1"/>
          </p:cNvSpPr>
          <p:nvPr/>
        </p:nvSpPr>
        <p:spPr>
          <a:xfrm>
            <a:off x="5515610" y="601853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6144260" y="559943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7938555" y="416273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Straight Arrow Connector 6"/>
          <p:cNvCxnSpPr>
            <a:stCxn id="58" idx="2"/>
            <a:endCxn id="77" idx="0"/>
          </p:cNvCxnSpPr>
          <p:nvPr/>
        </p:nvCxnSpPr>
        <p:spPr>
          <a:xfrm flipH="1">
            <a:off x="8115300" y="4533265"/>
            <a:ext cx="635" cy="5772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DeleteLast(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out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L.l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ast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L.last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L.last→p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rev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P→prev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NIL</a:t>
            </a: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75" name="Table 74"/>
          <p:cNvGraphicFramePr/>
          <p:nvPr/>
        </p:nvGraphicFramePr>
        <p:xfrm>
          <a:off x="3373755" y="5086350"/>
          <a:ext cx="1588770" cy="392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590"/>
                <a:gridCol w="529590"/>
                <a:gridCol w="529590"/>
              </a:tblGrid>
              <a:tr h="39243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Table 75"/>
          <p:cNvGraphicFramePr/>
          <p:nvPr/>
        </p:nvGraphicFramePr>
        <p:xfrm>
          <a:off x="5349240" y="5110480"/>
          <a:ext cx="1588770" cy="392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590"/>
                <a:gridCol w="529590"/>
                <a:gridCol w="529590"/>
              </a:tblGrid>
              <a:tr h="39243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76"/>
          <p:cNvGraphicFramePr/>
          <p:nvPr/>
        </p:nvGraphicFramePr>
        <p:xfrm>
          <a:off x="7322820" y="5110480"/>
          <a:ext cx="1588770" cy="392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590"/>
                <a:gridCol w="529590"/>
                <a:gridCol w="529590"/>
              </a:tblGrid>
              <a:tr h="39243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78" name="Straight Arrow Connector 77"/>
          <p:cNvCxnSpPr/>
          <p:nvPr/>
        </p:nvCxnSpPr>
        <p:spPr>
          <a:xfrm>
            <a:off x="4744085" y="51993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4837430" y="53911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6732905" y="51993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Table 81"/>
          <p:cNvGraphicFramePr/>
          <p:nvPr/>
        </p:nvGraphicFramePr>
        <p:xfrm>
          <a:off x="1415415" y="5086350"/>
          <a:ext cx="1588770" cy="392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590"/>
                <a:gridCol w="529590"/>
                <a:gridCol w="529590"/>
              </a:tblGrid>
              <a:tr h="3924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Arrow Connector 82"/>
          <p:cNvCxnSpPr/>
          <p:nvPr/>
        </p:nvCxnSpPr>
        <p:spPr>
          <a:xfrm>
            <a:off x="2799080" y="51993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H="1">
            <a:off x="2892425" y="53911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394602" y="50957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6" name="Straight Arrow Connector 85"/>
          <p:cNvCxnSpPr>
            <a:stCxn id="85" idx="3"/>
          </p:cNvCxnSpPr>
          <p:nvPr/>
        </p:nvCxnSpPr>
        <p:spPr>
          <a:xfrm flipV="1">
            <a:off x="748665" y="525780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"/>
          <p:cNvSpPr>
            <a:spLocks noGrp="1"/>
          </p:cNvSpPr>
          <p:nvPr/>
        </p:nvSpPr>
        <p:spPr>
          <a:xfrm>
            <a:off x="1582420" y="601853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2211070" y="559943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"/>
          <p:cNvSpPr>
            <a:spLocks noGrp="1"/>
          </p:cNvSpPr>
          <p:nvPr/>
        </p:nvSpPr>
        <p:spPr>
          <a:xfrm>
            <a:off x="5515610" y="601853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6144260" y="559943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7938555" y="416273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Straight Arrow Connector 6"/>
          <p:cNvCxnSpPr>
            <a:stCxn id="58" idx="2"/>
            <a:endCxn id="77" idx="0"/>
          </p:cNvCxnSpPr>
          <p:nvPr/>
        </p:nvCxnSpPr>
        <p:spPr>
          <a:xfrm>
            <a:off x="8115935" y="4533265"/>
            <a:ext cx="1270" cy="5772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Last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DeleteLast(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out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L.l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ast</a:t>
            </a:r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L.last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L.last→p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rev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P→prev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NIL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(L.last)→next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NIL</a:t>
            </a: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75" name="Table 74"/>
          <p:cNvGraphicFramePr/>
          <p:nvPr/>
        </p:nvGraphicFramePr>
        <p:xfrm>
          <a:off x="3371850" y="5086350"/>
          <a:ext cx="159067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530225"/>
                <a:gridCol w="5302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Table 75"/>
          <p:cNvGraphicFramePr/>
          <p:nvPr/>
        </p:nvGraphicFramePr>
        <p:xfrm>
          <a:off x="5347335" y="5110480"/>
          <a:ext cx="159067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530225"/>
                <a:gridCol w="5302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76"/>
          <p:cNvGraphicFramePr/>
          <p:nvPr/>
        </p:nvGraphicFramePr>
        <p:xfrm>
          <a:off x="7320915" y="5110480"/>
          <a:ext cx="159067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530225"/>
                <a:gridCol w="5302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78" name="Straight Arrow Connector 77"/>
          <p:cNvCxnSpPr/>
          <p:nvPr/>
        </p:nvCxnSpPr>
        <p:spPr>
          <a:xfrm>
            <a:off x="4744085" y="51993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4837430" y="53911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Table 81"/>
          <p:cNvGraphicFramePr/>
          <p:nvPr/>
        </p:nvGraphicFramePr>
        <p:xfrm>
          <a:off x="1413510" y="5086350"/>
          <a:ext cx="159067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530225"/>
                <a:gridCol w="5302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Arrow Connector 82"/>
          <p:cNvCxnSpPr/>
          <p:nvPr/>
        </p:nvCxnSpPr>
        <p:spPr>
          <a:xfrm>
            <a:off x="2799080" y="51993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H="1">
            <a:off x="2892425" y="53911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394602" y="50957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6" name="Straight Arrow Connector 85"/>
          <p:cNvCxnSpPr>
            <a:stCxn id="85" idx="3"/>
          </p:cNvCxnSpPr>
          <p:nvPr/>
        </p:nvCxnSpPr>
        <p:spPr>
          <a:xfrm flipV="1">
            <a:off x="748665" y="525780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"/>
          <p:cNvSpPr>
            <a:spLocks noGrp="1"/>
          </p:cNvSpPr>
          <p:nvPr/>
        </p:nvSpPr>
        <p:spPr>
          <a:xfrm>
            <a:off x="1582420" y="601853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2211070" y="559943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"/>
          <p:cNvSpPr>
            <a:spLocks noGrp="1"/>
          </p:cNvSpPr>
          <p:nvPr/>
        </p:nvSpPr>
        <p:spPr>
          <a:xfrm>
            <a:off x="5515610" y="601853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6144260" y="559943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7938555" y="416273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Straight Arrow Connector 6"/>
          <p:cNvCxnSpPr>
            <a:stCxn id="58" idx="2"/>
            <a:endCxn id="77" idx="0"/>
          </p:cNvCxnSpPr>
          <p:nvPr/>
        </p:nvCxnSpPr>
        <p:spPr>
          <a:xfrm>
            <a:off x="8115935" y="4533265"/>
            <a:ext cx="635" cy="5772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185" y="2104390"/>
            <a:ext cx="1369695" cy="14001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Menghapus elemen setelah elemen yang ditunjuk oleh pointer Prec </a:t>
            </a:r>
            <a:r>
              <a:rPr lang="en-US" altLang="en-US" sz="1800" dirty="0" err="1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(kondisi default Prec sudah ditentukan)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0"/>
              </a:spcBef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DeleteAfter(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in/out L : List, input Prec : Address, out P : Address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After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srgbClr val="FFFFFF"/>
            </a:duotone>
          </a:blip>
          <a:stretch>
            <a:fillRect/>
          </a:stretch>
        </p:blipFill>
        <p:spPr>
          <a:xfrm rot="10800000" flipH="1">
            <a:off x="1609725" y="4389755"/>
            <a:ext cx="435610" cy="835025"/>
          </a:xfrm>
          <a:prstGeom prst="rect">
            <a:avLst/>
          </a:prstGeom>
        </p:spPr>
      </p:pic>
      <p:graphicFrame>
        <p:nvGraphicFramePr>
          <p:cNvPr id="12" name="Table 11"/>
          <p:cNvGraphicFramePr/>
          <p:nvPr/>
        </p:nvGraphicFramePr>
        <p:xfrm>
          <a:off x="1901825" y="5804535"/>
          <a:ext cx="1575435" cy="43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4337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/>
          <p:nvPr/>
        </p:nvGraphicFramePr>
        <p:xfrm>
          <a:off x="3877310" y="5828665"/>
          <a:ext cx="1575435" cy="43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43370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5850890" y="5828665"/>
          <a:ext cx="1575435" cy="43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43370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5" name="Straight Arrow Connector 14"/>
          <p:cNvCxnSpPr/>
          <p:nvPr/>
        </p:nvCxnSpPr>
        <p:spPr>
          <a:xfrm>
            <a:off x="3272790" y="591756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366135" y="610933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261610" y="591756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5354955" y="610933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58625" y="4621837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6559550" y="5203825"/>
          <a:ext cx="1575435" cy="43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4337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Elbow Connector 20"/>
          <p:cNvCxnSpPr>
            <a:stCxn id="19" idx="3"/>
            <a:endCxn id="20" idx="0"/>
          </p:cNvCxnSpPr>
          <p:nvPr/>
        </p:nvCxnSpPr>
        <p:spPr>
          <a:xfrm>
            <a:off x="6313170" y="4806950"/>
            <a:ext cx="1034415" cy="3968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81647" y="583866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3" name="Straight Arrow Connector 22"/>
          <p:cNvCxnSpPr>
            <a:stCxn id="22" idx="3"/>
          </p:cNvCxnSpPr>
          <p:nvPr/>
        </p:nvCxnSpPr>
        <p:spPr>
          <a:xfrm flipV="1">
            <a:off x="1235710" y="601472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/>
          <p:cNvGraphicFramePr/>
          <p:nvPr/>
        </p:nvGraphicFramePr>
        <p:xfrm>
          <a:off x="3454400" y="3613785"/>
          <a:ext cx="1575435" cy="43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43370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/>
          <p:nvPr/>
        </p:nvGraphicFramePr>
        <p:xfrm>
          <a:off x="5429885" y="3637915"/>
          <a:ext cx="1575435" cy="43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43370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/>
          <p:nvPr/>
        </p:nvGraphicFramePr>
        <p:xfrm>
          <a:off x="7403465" y="3637915"/>
          <a:ext cx="1575435" cy="43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43370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7" name="Straight Arrow Connector 26"/>
          <p:cNvCxnSpPr/>
          <p:nvPr/>
        </p:nvCxnSpPr>
        <p:spPr>
          <a:xfrm>
            <a:off x="4825365" y="372681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4918710" y="391858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814185" y="372681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6907530" y="391858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/>
          <p:cNvGraphicFramePr/>
          <p:nvPr/>
        </p:nvGraphicFramePr>
        <p:xfrm>
          <a:off x="1496060" y="3613785"/>
          <a:ext cx="1575435" cy="43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/>
                <a:gridCol w="525145"/>
                <a:gridCol w="525145"/>
              </a:tblGrid>
              <a:tr h="4337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>
            <a:off x="2880360" y="372681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2973705" y="391858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75882" y="3623149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7" name="Straight Arrow Connector 36"/>
          <p:cNvCxnSpPr>
            <a:stCxn id="35" idx="3"/>
          </p:cNvCxnSpPr>
          <p:nvPr/>
        </p:nvCxnSpPr>
        <p:spPr>
          <a:xfrm flipV="1">
            <a:off x="829945" y="3799205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163570" y="4615180"/>
          <a:ext cx="71818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18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rec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Elbow Connector 38"/>
          <p:cNvCxnSpPr>
            <a:stCxn id="38" idx="3"/>
          </p:cNvCxnSpPr>
          <p:nvPr/>
        </p:nvCxnSpPr>
        <p:spPr>
          <a:xfrm>
            <a:off x="3881755" y="4800600"/>
            <a:ext cx="772160" cy="10039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After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DeleteAfter(in/out L : List, input Prec : Address, out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P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4" name="Table 13"/>
          <p:cNvGraphicFramePr/>
          <p:nvPr/>
        </p:nvGraphicFramePr>
        <p:xfrm>
          <a:off x="2400935" y="4816475"/>
          <a:ext cx="155829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430"/>
                <a:gridCol w="519430"/>
                <a:gridCol w="51943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/>
          <p:nvPr/>
        </p:nvGraphicFramePr>
        <p:xfrm>
          <a:off x="4376420" y="4840605"/>
          <a:ext cx="155829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430"/>
                <a:gridCol w="519430"/>
                <a:gridCol w="51943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/>
          <p:nvPr/>
        </p:nvGraphicFramePr>
        <p:xfrm>
          <a:off x="7454265" y="4850765"/>
          <a:ext cx="155829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430"/>
                <a:gridCol w="519430"/>
                <a:gridCol w="51943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3852545" y="492950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945890" y="512127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317275" y="282542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5837555" y="3407410"/>
          <a:ext cx="155829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430"/>
                <a:gridCol w="519430"/>
                <a:gridCol w="51943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Elbow Connector 20"/>
          <p:cNvCxnSpPr>
            <a:stCxn id="19" idx="3"/>
            <a:endCxn id="20" idx="0"/>
          </p:cNvCxnSpPr>
          <p:nvPr/>
        </p:nvCxnSpPr>
        <p:spPr>
          <a:xfrm>
            <a:off x="5671820" y="3010535"/>
            <a:ext cx="944880" cy="3968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461402" y="485060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Straight Arrow Connector 30"/>
          <p:cNvCxnSpPr>
            <a:stCxn id="28" idx="3"/>
          </p:cNvCxnSpPr>
          <p:nvPr/>
        </p:nvCxnSpPr>
        <p:spPr>
          <a:xfrm flipV="1">
            <a:off x="1815465" y="502666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743325" y="3627120"/>
          <a:ext cx="71818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18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rec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Elbow Connector 38"/>
          <p:cNvCxnSpPr>
            <a:stCxn id="38" idx="3"/>
          </p:cNvCxnSpPr>
          <p:nvPr/>
        </p:nvCxnSpPr>
        <p:spPr>
          <a:xfrm>
            <a:off x="4461510" y="3812540"/>
            <a:ext cx="772160" cy="10039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20" idx="3"/>
            <a:endCxn id="16" idx="0"/>
          </p:cNvCxnSpPr>
          <p:nvPr/>
        </p:nvCxnSpPr>
        <p:spPr>
          <a:xfrm>
            <a:off x="7395845" y="3597910"/>
            <a:ext cx="837565" cy="125285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10800000" flipV="1">
            <a:off x="5534660" y="3597910"/>
            <a:ext cx="497205" cy="121856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16" idx="1"/>
          </p:cNvCxnSpPr>
          <p:nvPr/>
        </p:nvCxnSpPr>
        <p:spPr>
          <a:xfrm rot="10800000">
            <a:off x="6962775" y="3812540"/>
            <a:ext cx="491490" cy="122872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/>
          <p:nvPr/>
        </p:nvCxnSpPr>
        <p:spPr>
          <a:xfrm flipV="1">
            <a:off x="5934710" y="3812540"/>
            <a:ext cx="365125" cy="121856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1"/>
          <p:cNvSpPr>
            <a:spLocks noGrp="1"/>
          </p:cNvSpPr>
          <p:nvPr/>
        </p:nvSpPr>
        <p:spPr>
          <a:xfrm>
            <a:off x="2649220" y="568134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3277870" y="526224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1"/>
          <p:cNvSpPr>
            <a:spLocks noGrp="1"/>
          </p:cNvSpPr>
          <p:nvPr/>
        </p:nvSpPr>
        <p:spPr>
          <a:xfrm>
            <a:off x="7702550" y="572770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8331200" y="530860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After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DeleteAfter(in/out L : List, input Prec : Address, out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P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Prec→next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P→next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4" name="Table 13"/>
          <p:cNvGraphicFramePr/>
          <p:nvPr/>
        </p:nvGraphicFramePr>
        <p:xfrm>
          <a:off x="2414270" y="4816475"/>
          <a:ext cx="15449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985"/>
                <a:gridCol w="514985"/>
                <a:gridCol w="5149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/>
          <p:nvPr/>
        </p:nvGraphicFramePr>
        <p:xfrm>
          <a:off x="4389755" y="4840605"/>
          <a:ext cx="15449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985"/>
                <a:gridCol w="514985"/>
                <a:gridCol w="5149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/>
          <p:nvPr/>
        </p:nvGraphicFramePr>
        <p:xfrm>
          <a:off x="7467600" y="4850765"/>
          <a:ext cx="15449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985"/>
                <a:gridCol w="514985"/>
                <a:gridCol w="5149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3852545" y="492950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945890" y="512127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317275" y="282542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5850890" y="3407410"/>
          <a:ext cx="15449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985"/>
                <a:gridCol w="514985"/>
                <a:gridCol w="51498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Elbow Connector 20"/>
          <p:cNvCxnSpPr>
            <a:stCxn id="19" idx="3"/>
            <a:endCxn id="20" idx="0"/>
          </p:cNvCxnSpPr>
          <p:nvPr/>
        </p:nvCxnSpPr>
        <p:spPr>
          <a:xfrm>
            <a:off x="5671820" y="3010535"/>
            <a:ext cx="951865" cy="3968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461402" y="485060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Straight Arrow Connector 30"/>
          <p:cNvCxnSpPr>
            <a:stCxn id="28" idx="3"/>
          </p:cNvCxnSpPr>
          <p:nvPr/>
        </p:nvCxnSpPr>
        <p:spPr>
          <a:xfrm flipV="1">
            <a:off x="1815465" y="502666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743325" y="3627120"/>
          <a:ext cx="71818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18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rec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Elbow Connector 38"/>
          <p:cNvCxnSpPr>
            <a:stCxn id="38" idx="3"/>
          </p:cNvCxnSpPr>
          <p:nvPr/>
        </p:nvCxnSpPr>
        <p:spPr>
          <a:xfrm>
            <a:off x="4461510" y="3812540"/>
            <a:ext cx="772160" cy="10039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20" idx="3"/>
            <a:endCxn id="16" idx="0"/>
          </p:cNvCxnSpPr>
          <p:nvPr/>
        </p:nvCxnSpPr>
        <p:spPr>
          <a:xfrm>
            <a:off x="7395845" y="3590290"/>
            <a:ext cx="844550" cy="12604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10800000" flipV="1">
            <a:off x="5534660" y="3597910"/>
            <a:ext cx="497205" cy="121856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16" idx="1"/>
          </p:cNvCxnSpPr>
          <p:nvPr/>
        </p:nvCxnSpPr>
        <p:spPr>
          <a:xfrm rot="10800000">
            <a:off x="6976110" y="3804920"/>
            <a:ext cx="491490" cy="122872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1"/>
          <p:cNvSpPr>
            <a:spLocks noGrp="1"/>
          </p:cNvSpPr>
          <p:nvPr/>
        </p:nvSpPr>
        <p:spPr>
          <a:xfrm>
            <a:off x="2649220" y="568134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3277870" y="526224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1"/>
          <p:cNvSpPr>
            <a:spLocks noGrp="1"/>
          </p:cNvSpPr>
          <p:nvPr/>
        </p:nvSpPr>
        <p:spPr>
          <a:xfrm>
            <a:off x="7702550" y="572770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8331200" y="530860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732780" y="5125720"/>
            <a:ext cx="20053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After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DeleteAfter(in/out L : List, input Prec : Address, out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Prec→next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P→next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(P→next)→prev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Prec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4" name="Table 13"/>
          <p:cNvGraphicFramePr/>
          <p:nvPr/>
        </p:nvGraphicFramePr>
        <p:xfrm>
          <a:off x="2444750" y="4816475"/>
          <a:ext cx="151447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825"/>
                <a:gridCol w="504825"/>
                <a:gridCol w="5048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/>
          <p:nvPr/>
        </p:nvGraphicFramePr>
        <p:xfrm>
          <a:off x="4420235" y="4840605"/>
          <a:ext cx="151447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825"/>
                <a:gridCol w="504825"/>
                <a:gridCol w="5048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/>
          <p:nvPr/>
        </p:nvGraphicFramePr>
        <p:xfrm>
          <a:off x="7498080" y="4850765"/>
          <a:ext cx="151447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825"/>
                <a:gridCol w="504825"/>
                <a:gridCol w="5048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3852545" y="492950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945890" y="512127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317275" y="282542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5881370" y="3407410"/>
          <a:ext cx="151447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825"/>
                <a:gridCol w="504825"/>
                <a:gridCol w="5048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Elbow Connector 20"/>
          <p:cNvCxnSpPr>
            <a:stCxn id="19" idx="3"/>
            <a:endCxn id="20" idx="0"/>
          </p:cNvCxnSpPr>
          <p:nvPr/>
        </p:nvCxnSpPr>
        <p:spPr>
          <a:xfrm>
            <a:off x="5671820" y="3010535"/>
            <a:ext cx="967105" cy="3968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461402" y="485060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Straight Arrow Connector 30"/>
          <p:cNvCxnSpPr>
            <a:stCxn id="28" idx="3"/>
          </p:cNvCxnSpPr>
          <p:nvPr/>
        </p:nvCxnSpPr>
        <p:spPr>
          <a:xfrm flipV="1">
            <a:off x="1815465" y="502666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743325" y="3627120"/>
          <a:ext cx="71818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18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rec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Elbow Connector 38"/>
          <p:cNvCxnSpPr>
            <a:stCxn id="38" idx="3"/>
          </p:cNvCxnSpPr>
          <p:nvPr/>
        </p:nvCxnSpPr>
        <p:spPr>
          <a:xfrm>
            <a:off x="4461510" y="3812540"/>
            <a:ext cx="772160" cy="10039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20" idx="3"/>
            <a:endCxn id="16" idx="0"/>
          </p:cNvCxnSpPr>
          <p:nvPr/>
        </p:nvCxnSpPr>
        <p:spPr>
          <a:xfrm>
            <a:off x="7395845" y="3590290"/>
            <a:ext cx="859790" cy="12604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10800000" flipV="1">
            <a:off x="5534660" y="3597910"/>
            <a:ext cx="497205" cy="121856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1"/>
          <p:cNvSpPr>
            <a:spLocks noGrp="1"/>
          </p:cNvSpPr>
          <p:nvPr/>
        </p:nvSpPr>
        <p:spPr>
          <a:xfrm>
            <a:off x="2649220" y="568134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3277870" y="526224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1"/>
          <p:cNvSpPr>
            <a:spLocks noGrp="1"/>
          </p:cNvSpPr>
          <p:nvPr/>
        </p:nvSpPr>
        <p:spPr>
          <a:xfrm>
            <a:off x="7702550" y="572770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8331200" y="530860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776595" y="4951095"/>
            <a:ext cx="187007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5776595" y="5121275"/>
            <a:ext cx="18700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After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DeleteAfter(in/out L : List, input Prec : Address, out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Prec→next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P→next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(P→next)→prev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Prec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	P→n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ext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NIL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4" name="Table 13"/>
          <p:cNvGraphicFramePr/>
          <p:nvPr/>
        </p:nvGraphicFramePr>
        <p:xfrm>
          <a:off x="2395220" y="4816475"/>
          <a:ext cx="1564005" cy="424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35"/>
                <a:gridCol w="521335"/>
                <a:gridCol w="521335"/>
              </a:tblGrid>
              <a:tr h="424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/>
          <p:nvPr/>
        </p:nvGraphicFramePr>
        <p:xfrm>
          <a:off x="4370705" y="4840605"/>
          <a:ext cx="1564005" cy="424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35"/>
                <a:gridCol w="521335"/>
                <a:gridCol w="521335"/>
              </a:tblGrid>
              <a:tr h="42418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/>
          <p:nvPr/>
        </p:nvGraphicFramePr>
        <p:xfrm>
          <a:off x="7448550" y="4850765"/>
          <a:ext cx="1564005" cy="424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35"/>
                <a:gridCol w="521335"/>
                <a:gridCol w="521335"/>
              </a:tblGrid>
              <a:tr h="42418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3852545" y="492950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945890" y="512127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317275" y="282542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5831840" y="3407410"/>
          <a:ext cx="1564005" cy="424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35"/>
                <a:gridCol w="521335"/>
                <a:gridCol w="521335"/>
              </a:tblGrid>
              <a:tr h="42418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Elbow Connector 20"/>
          <p:cNvCxnSpPr>
            <a:stCxn id="19" idx="3"/>
            <a:endCxn id="20" idx="0"/>
          </p:cNvCxnSpPr>
          <p:nvPr/>
        </p:nvCxnSpPr>
        <p:spPr>
          <a:xfrm>
            <a:off x="5671820" y="3010535"/>
            <a:ext cx="942340" cy="3968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461402" y="485060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Straight Arrow Connector 30"/>
          <p:cNvCxnSpPr>
            <a:stCxn id="28" idx="3"/>
          </p:cNvCxnSpPr>
          <p:nvPr/>
        </p:nvCxnSpPr>
        <p:spPr>
          <a:xfrm flipV="1">
            <a:off x="1815465" y="502666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743325" y="3627120"/>
          <a:ext cx="71818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18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rec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Elbow Connector 38"/>
          <p:cNvCxnSpPr>
            <a:stCxn id="38" idx="3"/>
          </p:cNvCxnSpPr>
          <p:nvPr/>
        </p:nvCxnSpPr>
        <p:spPr>
          <a:xfrm>
            <a:off x="4461510" y="3812540"/>
            <a:ext cx="772160" cy="10039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10800000" flipV="1">
            <a:off x="5534660" y="3597910"/>
            <a:ext cx="497205" cy="121856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1"/>
          <p:cNvSpPr>
            <a:spLocks noGrp="1"/>
          </p:cNvSpPr>
          <p:nvPr/>
        </p:nvSpPr>
        <p:spPr>
          <a:xfrm>
            <a:off x="2649220" y="568134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3277870" y="526224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1"/>
          <p:cNvSpPr>
            <a:spLocks noGrp="1"/>
          </p:cNvSpPr>
          <p:nvPr/>
        </p:nvSpPr>
        <p:spPr>
          <a:xfrm>
            <a:off x="7702550" y="572770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8331200" y="530860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776595" y="4951095"/>
            <a:ext cx="187007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5776595" y="5121275"/>
            <a:ext cx="18700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Delete After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760" y="2009550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DeleteAfter(in/out L : List, input Prec : Address, out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Prec→next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Prec→next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P→next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(P→next)→prev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Prec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	P→n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ext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NIL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	P→p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rev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NIL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endParaRPr 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4" name="Table 13"/>
          <p:cNvGraphicFramePr/>
          <p:nvPr/>
        </p:nvGraphicFramePr>
        <p:xfrm>
          <a:off x="2429510" y="4816475"/>
          <a:ext cx="15297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905"/>
                <a:gridCol w="509905"/>
                <a:gridCol w="50990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/>
          <p:nvPr/>
        </p:nvGraphicFramePr>
        <p:xfrm>
          <a:off x="4404995" y="4840605"/>
          <a:ext cx="15297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905"/>
                <a:gridCol w="509905"/>
                <a:gridCol w="50990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/>
          <p:nvPr/>
        </p:nvGraphicFramePr>
        <p:xfrm>
          <a:off x="7482840" y="4850765"/>
          <a:ext cx="15297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905"/>
                <a:gridCol w="509905"/>
                <a:gridCol w="50990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3852545" y="4929505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945890" y="5121275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317275" y="282542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/>
        </p:nvGraphicFramePr>
        <p:xfrm>
          <a:off x="5866130" y="3407410"/>
          <a:ext cx="15297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905"/>
                <a:gridCol w="509905"/>
                <a:gridCol w="50990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45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1" name="Elbow Connector 20"/>
          <p:cNvCxnSpPr>
            <a:stCxn id="19" idx="3"/>
            <a:endCxn id="20" idx="0"/>
          </p:cNvCxnSpPr>
          <p:nvPr/>
        </p:nvCxnSpPr>
        <p:spPr>
          <a:xfrm>
            <a:off x="5671820" y="3010535"/>
            <a:ext cx="959485" cy="3968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461402" y="485060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Straight Arrow Connector 30"/>
          <p:cNvCxnSpPr>
            <a:stCxn id="28" idx="3"/>
          </p:cNvCxnSpPr>
          <p:nvPr/>
        </p:nvCxnSpPr>
        <p:spPr>
          <a:xfrm flipV="1">
            <a:off x="1815465" y="502666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743325" y="3627120"/>
          <a:ext cx="71818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818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rec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Elbow Connector 38"/>
          <p:cNvCxnSpPr>
            <a:stCxn id="38" idx="3"/>
          </p:cNvCxnSpPr>
          <p:nvPr/>
        </p:nvCxnSpPr>
        <p:spPr>
          <a:xfrm>
            <a:off x="4461510" y="3812540"/>
            <a:ext cx="772160" cy="10039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1"/>
          <p:cNvSpPr>
            <a:spLocks noGrp="1"/>
          </p:cNvSpPr>
          <p:nvPr/>
        </p:nvSpPr>
        <p:spPr>
          <a:xfrm>
            <a:off x="2649220" y="568134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3277870" y="5262245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1"/>
          <p:cNvSpPr>
            <a:spLocks noGrp="1"/>
          </p:cNvSpPr>
          <p:nvPr/>
        </p:nvSpPr>
        <p:spPr>
          <a:xfrm>
            <a:off x="7702550" y="572770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8331200" y="530860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776595" y="4951095"/>
            <a:ext cx="187007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5776595" y="5121275"/>
            <a:ext cx="18700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Empty list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/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if (L.first = NIL) and 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(L.last = NIL)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Only 1 element in list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/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if (L.first = L.last)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Perhatikan kondisi berikut!!!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850" y="4607560"/>
            <a:ext cx="1510030" cy="142748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Empty list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InsertFirst(in/out L : List; input P : Address)</a:t>
            </a:r>
            <a:endParaRPr 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410845" lvl="1" indent="0" latinLnBrk="0">
              <a:spcBef>
                <a:spcPts val="60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if (L.first = NIL) and 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(L.last = NIL) then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10845" lvl="1" indent="0" latinLnBrk="0">
              <a:spcBef>
                <a:spcPts val="60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L.first = P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10845" lvl="1" indent="0" latinLnBrk="0">
              <a:spcBef>
                <a:spcPts val="60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L.last = P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10845" lvl="1" indent="0" latinLnBrk="0">
              <a:spcBef>
                <a:spcPts val="60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else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P→next </a:t>
            </a:r>
            <a:r>
              <a:rPr lang="en-US" altLang="en-US" sz="20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=</a:t>
            </a:r>
            <a:r>
              <a:rPr lang="en-US" altLang="en-US" sz="20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altLang="en-US" sz="20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6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(L.first)→prev</a:t>
            </a: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20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=</a:t>
            </a:r>
            <a:r>
              <a:rPr lang="en-US" altLang="en-US" sz="20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</a:t>
            </a:r>
            <a:endParaRPr lang="en-US" altLang="en-US" sz="20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6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L.first = P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10845" lvl="1" indent="0">
              <a:buNone/>
            </a:pP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Perhatikan kondisi berikut!!!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850" y="4607560"/>
            <a:ext cx="1510030" cy="142748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Empty list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or o</a:t>
            </a:r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nly 1 element in list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DeleteFirst(in/out L : List, out P : Address)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L.f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irst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410845" lvl="1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if (L.first = L.last) then		// hanya satu elemen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410845" lvl="1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	L.first = NIL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410845" lvl="1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	L.last = NIL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410845" lvl="1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else	if (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(L.first = NIL) and (L.last = NIL)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)	 	// list-nya kosong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410845" lvl="1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	Output(“List kosong”)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410845" lvl="1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else							// lebih dari satu elemen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457200" lvl="1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L.first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P→n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ext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457200" lvl="1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P→next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NIL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457200" lvl="1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	(L.first)→prev 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=</a:t>
            </a:r>
            <a:r>
              <a:rPr 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Wingdings" panose="05000000000000000000" pitchFamily="2" charset="2"/>
              </a:rPr>
              <a:t>NIL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Perhatikan kondisi berikut!!!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850" y="4607560"/>
            <a:ext cx="1510030" cy="142748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600"/>
              </a:spcBef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Penelusuran maju / forward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600"/>
              </a:spcBef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Penelusuran mundur / backward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Tracing Double Linked List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21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4575" y="4636770"/>
            <a:ext cx="1297305" cy="1398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TraceForward(in L : List)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u="sng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800" u="sng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: Address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u="sng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L.first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	while (P &lt;&gt; NIL) do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	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P→next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Penelusuran maju / forward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3401060" y="5130800"/>
          <a:ext cx="1590675" cy="39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530225"/>
                <a:gridCol w="530225"/>
              </a:tblGrid>
              <a:tr h="39497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/>
        </p:nvGraphicFramePr>
        <p:xfrm>
          <a:off x="5376545" y="5154930"/>
          <a:ext cx="1590675" cy="39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530225"/>
                <a:gridCol w="530225"/>
              </a:tblGrid>
              <a:tr h="39497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7350125" y="5154930"/>
          <a:ext cx="1590675" cy="39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530225"/>
                <a:gridCol w="530225"/>
              </a:tblGrid>
              <a:tr h="39497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>
            <a:off x="4773295" y="524383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866640" y="543560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762115" y="524383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855460" y="543560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/>
          <p:nvPr/>
        </p:nvGraphicFramePr>
        <p:xfrm>
          <a:off x="1442720" y="5130800"/>
          <a:ext cx="1590675" cy="39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"/>
                <a:gridCol w="530225"/>
                <a:gridCol w="530225"/>
              </a:tblGrid>
              <a:tr h="3949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2828290" y="524383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2921635" y="543560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3812" y="514016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0" name="Straight Arrow Connector 19"/>
          <p:cNvCxnSpPr>
            <a:stCxn id="19" idx="3"/>
          </p:cNvCxnSpPr>
          <p:nvPr/>
        </p:nvCxnSpPr>
        <p:spPr>
          <a:xfrm flipV="1">
            <a:off x="777875" y="533019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"/>
          <p:cNvSpPr>
            <a:spLocks noGrp="1"/>
          </p:cNvSpPr>
          <p:nvPr/>
        </p:nvSpPr>
        <p:spPr>
          <a:xfrm>
            <a:off x="1611630" y="606298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2240280" y="564388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"/>
          <p:cNvSpPr>
            <a:spLocks noGrp="1"/>
          </p:cNvSpPr>
          <p:nvPr/>
        </p:nvSpPr>
        <p:spPr>
          <a:xfrm>
            <a:off x="7464425" y="606298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8093075" y="564388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062900" y="420718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4" name="Straight Arrow Connector 23"/>
          <p:cNvCxnSpPr>
            <a:stCxn id="23" idx="2"/>
          </p:cNvCxnSpPr>
          <p:nvPr/>
        </p:nvCxnSpPr>
        <p:spPr>
          <a:xfrm>
            <a:off x="2240280" y="4591685"/>
            <a:ext cx="0" cy="5530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60" y="2009775"/>
            <a:ext cx="1315720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TraceBackward(in L : List)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u="sng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800" u="sng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: Address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u="sng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L.last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	while (P &lt;&gt; NIL) do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		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=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Wingdings" panose="05000000000000000000" pitchFamily="2" charset="2"/>
              </a:rPr>
              <a:t> P→prev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Penelusuran mundur / backward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3401695" y="5060950"/>
          <a:ext cx="1604010" cy="42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4254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/>
        </p:nvGraphicFramePr>
        <p:xfrm>
          <a:off x="5377180" y="5085080"/>
          <a:ext cx="1604010" cy="42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4254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50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7350760" y="5085080"/>
          <a:ext cx="1604010" cy="42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4254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60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>
            <a:off x="4773295" y="51739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866640" y="53657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762115" y="51739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855460" y="53657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/>
          <p:nvPr/>
        </p:nvGraphicFramePr>
        <p:xfrm>
          <a:off x="1443355" y="5060950"/>
          <a:ext cx="1604010" cy="42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670"/>
                <a:gridCol w="534670"/>
                <a:gridCol w="534670"/>
              </a:tblGrid>
              <a:tr h="4254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30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2828290" y="5173980"/>
            <a:ext cx="7029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2921635" y="536575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3812" y="507031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0" name="Straight Arrow Connector 19"/>
          <p:cNvCxnSpPr>
            <a:stCxn id="19" idx="3"/>
          </p:cNvCxnSpPr>
          <p:nvPr/>
        </p:nvCxnSpPr>
        <p:spPr>
          <a:xfrm flipV="1">
            <a:off x="777875" y="5260340"/>
            <a:ext cx="77978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"/>
          <p:cNvSpPr>
            <a:spLocks noGrp="1"/>
          </p:cNvSpPr>
          <p:nvPr/>
        </p:nvSpPr>
        <p:spPr>
          <a:xfrm>
            <a:off x="1611630" y="599313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2240280" y="557403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"/>
          <p:cNvSpPr>
            <a:spLocks noGrp="1"/>
          </p:cNvSpPr>
          <p:nvPr/>
        </p:nvSpPr>
        <p:spPr>
          <a:xfrm>
            <a:off x="7464425" y="599313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Last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8093075" y="5574030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967765" y="4137332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4" name="Straight Arrow Connector 23"/>
          <p:cNvCxnSpPr>
            <a:stCxn id="23" idx="2"/>
            <a:endCxn id="11" idx="0"/>
          </p:cNvCxnSpPr>
          <p:nvPr/>
        </p:nvCxnSpPr>
        <p:spPr>
          <a:xfrm>
            <a:off x="8145145" y="4507865"/>
            <a:ext cx="7620" cy="5772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815" y="1631950"/>
            <a:ext cx="1282065" cy="131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Pencarian diperlukan untuk menemukan data, penyisipan data di posisi tertentu, dan penghapusan data tertentu.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function SearchByAddress(L: List, data: Address) → Address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function SearchByData (L: List, data: Infotype) → Address</a:t>
            </a: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latinLnBrk="0">
              <a:spcBef>
                <a:spcPts val="600"/>
              </a:spcBef>
            </a:pPr>
            <a:r>
              <a:rPr 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Manfaatkan algoritma tracing</a:t>
            </a:r>
            <a:endParaRPr lang="en-US" sz="2000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Search pada Double Linked List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13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9770" y="4455795"/>
            <a:ext cx="1684655" cy="17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Search Address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function SearchByAddress(L : List, P : Address) 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→ Address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Q : Address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Q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(Q &lt;&gt; NIL) and (Q &lt;&gt; P) do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Q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Q→n</a:t>
            </a:r>
            <a:r>
              <a:rPr lang="en-US" alt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ext</a:t>
            </a:r>
            <a:endParaRPr lang="en-US" alt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 while</a:t>
            </a:r>
            <a:endParaRPr lang="en-US" alt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endParaRPr lang="en-US" alt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if (Q &lt;&gt; NIL) then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return Q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else 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return NIL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Search Data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function SearchByData(L : List, X : Infotype) 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→ Address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: Address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P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(P &lt;&gt; NIL) and (P→info &lt;&gt; X) do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P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P→n</a:t>
            </a:r>
            <a:r>
              <a:rPr lang="en-US" alt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ext</a:t>
            </a:r>
            <a:endParaRPr lang="en-US" alt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 while</a:t>
            </a:r>
            <a:endParaRPr lang="en-US" alt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endParaRPr lang="en-US" alt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if (P &lt;&gt; NIL) then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return P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else 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return Nil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358775" cy="365125"/>
          </a:xfrm>
        </p:spPr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1643063" cy="365125"/>
          </a:xfrm>
        </p:spPr>
        <p:txBody>
          <a:bodyPr/>
          <a:lstStyle/>
          <a:p>
            <a:pPr>
              <a:defRPr/>
            </a:pPr>
            <a:fld id="{BDF9ACDF-1E6F-4801-9B61-F59A09F6E115}" type="datetime1">
              <a:rPr lang="en-US" smtClean="0"/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8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9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0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1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3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4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5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6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8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9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7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0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ieee_presentation_template.pot</Template>
  <TotalTime>0</TotalTime>
  <Words>10040</Words>
  <Application>WPS Presentation</Application>
  <PresentationFormat>On-screen Show (4:3)</PresentationFormat>
  <Paragraphs>1857</Paragraphs>
  <Slides>57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32</vt:i4>
      </vt:variant>
      <vt:variant>
        <vt:lpstr>幻灯片标题</vt:lpstr>
      </vt:variant>
      <vt:variant>
        <vt:i4>57</vt:i4>
      </vt:variant>
    </vt:vector>
  </HeadingPairs>
  <TitlesOfParts>
    <vt:vector size="110" baseType="lpstr">
      <vt:lpstr>Arial</vt:lpstr>
      <vt:lpstr>SimSun</vt:lpstr>
      <vt:lpstr>Wingdings</vt:lpstr>
      <vt:lpstr>Verdana</vt:lpstr>
      <vt:lpstr>Ubuntu Light</vt:lpstr>
      <vt:lpstr>MS PGothic</vt:lpstr>
      <vt:lpstr>Gubbi</vt:lpstr>
      <vt:lpstr>Lucida Grande</vt:lpstr>
      <vt:lpstr>Wingdings</vt:lpstr>
      <vt:lpstr>DejaVu Sans</vt:lpstr>
      <vt:lpstr>Arial</vt:lpstr>
      <vt:lpstr>OpenSymbol</vt:lpstr>
      <vt:lpstr>Verdana</vt:lpstr>
      <vt:lpstr>Brush Script Std</vt:lpstr>
      <vt:lpstr>Microsoft YaHei</vt:lpstr>
      <vt:lpstr>Droid Sans Fallback</vt:lpstr>
      <vt:lpstr>Arial Unicode MS</vt:lpstr>
      <vt:lpstr>Calibri</vt:lpstr>
      <vt:lpstr>AR PL UKai CN</vt:lpstr>
      <vt:lpstr>Ubuntu</vt:lpstr>
      <vt:lpstr>Noto Serif CJK HK</vt:lpstr>
      <vt:lpstr>template_informatika_slide</vt:lpstr>
      <vt:lpstr>42_template_informatika_slide</vt:lpstr>
      <vt:lpstr>1_template_informatika_slide</vt:lpstr>
      <vt:lpstr>2_template_informatika_slide</vt:lpstr>
      <vt:lpstr>3_template_informatika_slide</vt:lpstr>
      <vt:lpstr>4_template_informatika_slide</vt:lpstr>
      <vt:lpstr>5_template_informatika_slide</vt:lpstr>
      <vt:lpstr>6_template_informatika_slide</vt:lpstr>
      <vt:lpstr>7_template_informatika_slide</vt:lpstr>
      <vt:lpstr>8_template_informatika_slide</vt:lpstr>
      <vt:lpstr>9_template_informatika_slide</vt:lpstr>
      <vt:lpstr>10_template_informatika_slide</vt:lpstr>
      <vt:lpstr>11_template_informatika_slide</vt:lpstr>
      <vt:lpstr>12_template_informatika_slide</vt:lpstr>
      <vt:lpstr>13_template_informatika_slide</vt:lpstr>
      <vt:lpstr>14_template_informatika_slide</vt:lpstr>
      <vt:lpstr>15_template_informatika_slide</vt:lpstr>
      <vt:lpstr>16_template_informatika_slide</vt:lpstr>
      <vt:lpstr>17_template_informatika_slide</vt:lpstr>
      <vt:lpstr>18_template_informatika_slide</vt:lpstr>
      <vt:lpstr>19_template_informatika_slide</vt:lpstr>
      <vt:lpstr>20_template_informatika_slide</vt:lpstr>
      <vt:lpstr>21_template_informatika_slide</vt:lpstr>
      <vt:lpstr>22_template_informatika_slide</vt:lpstr>
      <vt:lpstr>23_template_informatika_slide</vt:lpstr>
      <vt:lpstr>24_template_informatika_slide</vt:lpstr>
      <vt:lpstr>25_template_informatika_slide</vt:lpstr>
      <vt:lpstr>26_template_informatika_slide</vt:lpstr>
      <vt:lpstr>28_template_informatika_slide</vt:lpstr>
      <vt:lpstr>29_template_informatika_slide</vt:lpstr>
      <vt:lpstr>27_template_informatika_slide</vt:lpstr>
      <vt:lpstr>30_template_informatika_slide</vt:lpstr>
      <vt:lpstr>CDK2AAB4 - Struktur Data Double Linked List</vt:lpstr>
      <vt:lpstr>Double Linked List</vt:lpstr>
      <vt:lpstr>Double Linked List</vt:lpstr>
      <vt:lpstr>Struktur Elemen Double Linked List</vt:lpstr>
      <vt:lpstr>Cara Mengakses Double Linked List</vt:lpstr>
      <vt:lpstr>Cara Mengakses Double Linked List</vt:lpstr>
      <vt:lpstr>Deklarasi Struktur Data - Tipe data dasar</vt:lpstr>
      <vt:lpstr>Deklarasi Struktur Data - Tipe data bentukan</vt:lpstr>
      <vt:lpstr>Exercise</vt:lpstr>
      <vt:lpstr>Exercise</vt:lpstr>
      <vt:lpstr>Exercise</vt:lpstr>
      <vt:lpstr>Primitif-primitif Dasar pada Double Linked List</vt:lpstr>
      <vt:lpstr>Hati-hati dengan Pointer</vt:lpstr>
      <vt:lpstr>Hati-hati dengan Pointer</vt:lpstr>
      <vt:lpstr>Hati-hati dengan Pointer</vt:lpstr>
      <vt:lpstr>Prosedur / Fungsi pembuatan List</vt:lpstr>
      <vt:lpstr>Insert Elemen ke dalam List</vt:lpstr>
      <vt:lpstr>Insert First</vt:lpstr>
      <vt:lpstr>Insert First</vt:lpstr>
      <vt:lpstr>Insert First</vt:lpstr>
      <vt:lpstr>Insert First</vt:lpstr>
      <vt:lpstr>Insert Last</vt:lpstr>
      <vt:lpstr>Insert Last</vt:lpstr>
      <vt:lpstr>Insert Last</vt:lpstr>
      <vt:lpstr>Insert Last</vt:lpstr>
      <vt:lpstr>Insert After</vt:lpstr>
      <vt:lpstr>Insert After</vt:lpstr>
      <vt:lpstr>Insert After</vt:lpstr>
      <vt:lpstr>Insert After</vt:lpstr>
      <vt:lpstr>Insert After</vt:lpstr>
      <vt:lpstr>Delete elemen dari List</vt:lpstr>
      <vt:lpstr>Delete First</vt:lpstr>
      <vt:lpstr>Delete First</vt:lpstr>
      <vt:lpstr>Delete First</vt:lpstr>
      <vt:lpstr>Delete First</vt:lpstr>
      <vt:lpstr>Delete First</vt:lpstr>
      <vt:lpstr>Delete Last</vt:lpstr>
      <vt:lpstr>Delete Last</vt:lpstr>
      <vt:lpstr>Delete Last</vt:lpstr>
      <vt:lpstr>Delete Last</vt:lpstr>
      <vt:lpstr>Delete Last</vt:lpstr>
      <vt:lpstr>Delete After</vt:lpstr>
      <vt:lpstr>Delete After</vt:lpstr>
      <vt:lpstr>Delete After</vt:lpstr>
      <vt:lpstr>Delete After</vt:lpstr>
      <vt:lpstr>Delete After</vt:lpstr>
      <vt:lpstr>Delete After</vt:lpstr>
      <vt:lpstr>Perhatikan kondisi berikut!!!</vt:lpstr>
      <vt:lpstr>Perhatikan kondisi berikut!!!</vt:lpstr>
      <vt:lpstr>Perhatikan kondisi berikut!!!</vt:lpstr>
      <vt:lpstr>Tracing Double Linked List</vt:lpstr>
      <vt:lpstr>Penelusuran maju / forward</vt:lpstr>
      <vt:lpstr>Penelusuran mundur / backward</vt:lpstr>
      <vt:lpstr>Search pada Double Linked List</vt:lpstr>
      <vt:lpstr>Search Address</vt:lpstr>
      <vt:lpstr>Search Data</vt:lpstr>
      <vt:lpstr>PowerPoint 演示文稿</vt:lpstr>
    </vt:vector>
  </TitlesOfParts>
  <Company>IEEE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anditya.arifianto@gmail.com</dc:creator>
  <cp:lastModifiedBy>bintang</cp:lastModifiedBy>
  <cp:revision>1551</cp:revision>
  <dcterms:created xsi:type="dcterms:W3CDTF">2025-10-09T12:12:56Z</dcterms:created>
  <dcterms:modified xsi:type="dcterms:W3CDTF">2025-10-09T12:12:56Z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